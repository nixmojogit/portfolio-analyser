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C4FE1C55.xml" ContentType="application/vnd.openxmlformats-officedocument.presentationml.slideMaster+xml"/>
  <Override PartName="/ppt/slides/slide_A01_CE47072D.xml" ContentType="application/vnd.openxmlformats-officedocument.presentationml.slide+xml"/>
  <Override PartName="/ppt/slides/slide_A02_C0638131.xml" ContentType="application/vnd.openxmlformats-officedocument.presentationml.slide+xml"/>
  <Override PartName="/ppt/slides/slide_A03_61B0C10.xml" ContentType="application/vnd.openxmlformats-officedocument.presentationml.slide+xml"/>
  <Override PartName="/ppt/slides/slide_A04_9B3CE8B9.xml" ContentType="application/vnd.openxmlformats-officedocument.presentationml.slide+xml"/>
  <Override PartName="/ppt/slides/slide_A05_21587B78.xml" ContentType="application/vnd.openxmlformats-officedocument.presentationml.slide+xml"/>
  <Override PartName="/ppt/slides/slide_A06_99F6A846.xml" ContentType="application/vnd.openxmlformats-officedocument.presentationml.slide+xml"/>
  <Override PartName="/ppt/slides/slide_A07_ABB87E25.xml" ContentType="application/vnd.openxmlformats-officedocument.presentationml.slide+xml"/>
  <Override PartName="/ppt/slides/slide_A08_1DABCC5F.xml" ContentType="application/vnd.openxmlformats-officedocument.presentationml.slide+xml"/>
  <Override PartName="/ppt/slides/slide_A09_AA53F79.xml" ContentType="application/vnd.openxmlformats-officedocument.presentationml.slide+xml"/>
  <Override PartName="/ppt/slides/slide_A0A_41D8A2AD.xml" ContentType="application/vnd.openxmlformats-officedocument.presentationml.slide+xml"/>
  <Override PartName="/ppt/slides/slide_A0B_11967EB5.xml" ContentType="application/vnd.openxmlformats-officedocument.presentationml.slide+xml"/>
  <Override PartName="/ppt/slides/slide_A0C_AA87E9F4.xml" ContentType="application/vnd.openxmlformats-officedocument.presentationml.slide+xml"/>
  <Override PartName="/ppt/slides/slide_A0D_95CAD45D.xml" ContentType="application/vnd.openxmlformats-officedocument.presentationml.slide+xml"/>
  <Override PartName="/ppt/slides/slide_A0E_AF21B120.xml" ContentType="application/vnd.openxmlformats-officedocument.presentationml.slide+xml"/>
  <Override PartName="/ppt/slides/slide_A0F_80534B74.xml" ContentType="application/vnd.openxmlformats-officedocument.presentationml.slide+xml"/>
  <Override PartName="/ppt/slides/slide_A10_C99417CD.xml" ContentType="application/vnd.openxmlformats-officedocument.presentationml.slide+xml"/>
  <Override PartName="/ppt/slides/slide_A11_868B699E.xml" ContentType="application/vnd.openxmlformats-officedocument.presentationml.slide+xml"/>
  <Override PartName="/ppt/slides/slide_A12_7858606E.xml" ContentType="application/vnd.openxmlformats-officedocument.presentationml.slide+xml"/>
  <Override PartName="/ppt/slides/slide_A13_7E93F300.xml" ContentType="application/vnd.openxmlformats-officedocument.presentationml.slide+xml"/>
  <Override PartName="/ppt/slides/slide_A14_BAF45777.xml" ContentType="application/vnd.openxmlformats-officedocument.presentationml.slide+xml"/>
  <Override PartName="/ppt/slides/slide_A15_40B71709.xml" ContentType="application/vnd.openxmlformats-officedocument.presentationml.slide+xml"/>
  <Override PartName="/ppt/notesMasters/notesMaster_0_53747E0.xml" ContentType="application/vnd.openxmlformats-officedocument.presentationml.notesMaster+xml"/>
  <Override PartName="/ppt/presProps.xml" ContentType="application/vnd.openxmlformats-officedocument.presentationml.presProps+xml"/>
  <Override PartName="/ppt/theme/theme_80000000_C4FE1C55.xml" ContentType="application/vnd.openxmlformats-officedocument.theme+xml"/>
  <Override PartName="/ppt/tableStyles.xml" ContentType="application/vnd.openxmlformats-officedocument.presentationml.tableStyles+xml"/>
  <Override PartName="/ppt/slideLayouts/slideLayout_80000001_7EDC790F.xml" ContentType="application/vnd.openxmlformats-officedocument.presentationml.slideLayout+xml"/>
  <Override PartName="/ppt/slideLayouts/slideLayout_80000002_E80A4B9C.xml" ContentType="application/vnd.openxmlformats-officedocument.presentationml.slideLayout+xml"/>
  <Override PartName="/ppt/slideLayouts/slideLayout_80000003_A6AD11EB.xml" ContentType="application/vnd.openxmlformats-officedocument.presentationml.slideLayout+xml"/>
  <Override PartName="/ppt/slideLayouts/slideLayout_80000004_A063AC07.xml" ContentType="application/vnd.openxmlformats-officedocument.presentationml.slideLayout+xml"/>
  <Override PartName="/ppt/slideLayouts/slideLayout_80000005_A7BF95E2.xml" ContentType="application/vnd.openxmlformats-officedocument.presentationml.slideLayout+xml"/>
  <Override PartName="/ppt/slideLayouts/slideLayout_80000006_8C1A67E5.xml" ContentType="application/vnd.openxmlformats-officedocument.presentationml.slideLayout+xml"/>
  <Override PartName="/ppt/slideLayouts/slideLayout_80000007_51A948EB.xml" ContentType="application/vnd.openxmlformats-officedocument.presentationml.slideLayout+xml"/>
  <Override PartName="/ppt/slideLayouts/slideLayout_80000008_6E7786EC.xml" ContentType="application/vnd.openxmlformats-officedocument.presentationml.slideLayout+xml"/>
  <Override PartName="/ppt/slideLayouts/slideLayout_80000009_891E151E.xml" ContentType="application/vnd.openxmlformats-officedocument.presentationml.slideLayout+xml"/>
  <Override PartName="/ppt/slideLayouts/slideLayout_8000000A_8948E1D6.xml" ContentType="application/vnd.openxmlformats-officedocument.presentationml.slideLayout+xml"/>
  <Override PartName="/ppt/slideLayouts/slideLayout_8000000B_2D1C84A8.xml" ContentType="application/vnd.openxmlformats-officedocument.presentationml.slideLayout+xml"/>
  <Override PartName="/ppt/slideLayouts/slideLayout_80000018_A43EF351.xml" ContentType="application/vnd.openxmlformats-officedocument.presentationml.slideLayout+xml"/>
  <Override PartName="/ppt/slideLayouts/slideLayout_80000019_B4C0F21C.xml" ContentType="application/vnd.openxmlformats-officedocument.presentationml.slideLayout+xml"/>
  <Override PartName="/ppt/slideLayouts/slideLayout_8000001A_3DC39CE0.xml" ContentType="application/vnd.openxmlformats-officedocument.presentationml.slideLayout+xml"/>
  <Override PartName="/ppt/slideLayouts/slideLayout_8000001B_B9AFD8B0.xml" ContentType="application/vnd.openxmlformats-officedocument.presentationml.slideLayout+xml"/>
  <Override PartName="/ppt/slideLayouts/slideLayout_8000001C_8D01C588.xml" ContentType="application/vnd.openxmlformats-officedocument.presentationml.slideLayout+xml"/>
  <Override PartName="/ppt/slideLayouts/slideLayout_8000001D_80DF97FA.xml" ContentType="application/vnd.openxmlformats-officedocument.presentationml.slideLayout+xml"/>
  <Override PartName="/ppt/slideLayouts/slideLayout_8000001E_692D9A50.xml" ContentType="application/vnd.openxmlformats-officedocument.presentationml.slideLayout+xml"/>
  <Override PartName="/ppt/slideLayouts/slideLayout_8000001F_EE7152B8.xml" ContentType="application/vnd.openxmlformats-officedocument.presentationml.slideLayout+xml"/>
  <Override PartName="/ppt/slideLayouts/slideLayout_80000020_6DEF2864.xml" ContentType="application/vnd.openxmlformats-officedocument.presentationml.slideLayout+xml"/>
  <Override PartName="/ppt/slideLayouts/slideLayout_80000021_E309492.xml" ContentType="application/vnd.openxmlformats-officedocument.presentationml.slideLayout+xml"/>
  <Override PartName="/ppt/slideLayouts/slideLayout_80000022_410BBC8A.xml" ContentType="application/vnd.openxmlformats-officedocument.presentationml.slideLayout+xml"/>
  <Override PartName="/ppt/slideLayouts/slideLayout_80000023_F5E90336.xml" ContentType="application/vnd.openxmlformats-officedocument.presentationml.slideLayout+xml"/>
  <Override PartName="/ppt/slideLayouts/slideLayout_80000024_2C13EB51.xml" ContentType="application/vnd.openxmlformats-officedocument.presentationml.slideLayout+xml"/>
  <Override PartName="/ppt/slideLayouts/slideLayout_80000025_672B973F.xml" ContentType="application/vnd.openxmlformats-officedocument.presentationml.slideLayout+xml"/>
  <Override PartName="/ppt/slideLayouts/slideLayout_80000026_88EB6A8B.xml" ContentType="application/vnd.openxmlformats-officedocument.presentationml.slideLayout+xml"/>
  <Override PartName="/ppt/slideLayouts/slideLayout_80000027_9034B315.xml" ContentType="application/vnd.openxmlformats-officedocument.presentationml.slideLayout+xml"/>
  <Override PartName="/ppt/slideLayouts/slideLayout_80000028_5E458137.xml" ContentType="application/vnd.openxmlformats-officedocument.presentationml.slideLayout+xml"/>
  <Override PartName="/ppt/slideLayouts/slideLayout_80000029_DEF73456.xml" ContentType="application/vnd.openxmlformats-officedocument.presentationml.slideLayout+xml"/>
  <Override PartName="/ppt/slideLayouts/slideLayout_8000002A_AE327C5A.xml" ContentType="application/vnd.openxmlformats-officedocument.presentationml.slideLayout+xml"/>
  <Override PartName="/ppt/slideLayouts/slideLayout_8000002B_9B0BA0A8.xml" ContentType="application/vnd.openxmlformats-officedocument.presentationml.slideLayout+xml"/>
  <Override PartName="/ppt/slideLayouts/slideLayout_8000002C_6254631C.xml" ContentType="application/vnd.openxmlformats-officedocument.presentationml.slideLayout+xml"/>
  <Override PartName="/ppt/slideLayouts/slideLayout_8000002D_8ED734DF.xml" ContentType="application/vnd.openxmlformats-officedocument.presentationml.slideLayout+xml"/>
  <Override PartName="/ppt/slideLayouts/slideLayout_8000002E_62F9DFB0.xml" ContentType="application/vnd.openxmlformats-officedocument.presentationml.slideLayout+xml"/>
  <Override PartName="/ppt/slideLayouts/slideLayout_8000002F_82730073.xml" ContentType="application/vnd.openxmlformats-officedocument.presentationml.slideLayout+xml"/>
  <Override PartName="/ppt/slideLayouts/slideLayout_80000030_8F57A328.xml" ContentType="application/vnd.openxmlformats-officedocument.presentationml.slideLayout+xml"/>
  <Override PartName="/ppt/slideLayouts/slideLayout_80000031_35DFC4FC.xml" ContentType="application/vnd.openxmlformats-officedocument.presentationml.slideLayout+xml"/>
  <Override PartName="/ppt/slideLayouts/slideLayout_80000032_871849E1.xml" ContentType="application/vnd.openxmlformats-officedocument.presentationml.slideLayout+xml"/>
  <Override PartName="/ppt/slideLayouts/slideLayout_80000033_FE0C4E13.xml" ContentType="application/vnd.openxmlformats-officedocument.presentationml.slideLayout+xml"/>
  <Override PartName="/ppt/slideLayouts/slideLayout_80000034_F06CFD52.xml" ContentType="application/vnd.openxmlformats-officedocument.presentationml.slideLayout+xml"/>
  <Override PartName="/ppt/slideLayouts/slideLayout_80000035_EEAF97ED.xml" ContentType="application/vnd.openxmlformats-officedocument.presentationml.slideLayout+xml"/>
  <Override PartName="/ppt/slideLayouts/slideLayout_80000036_976BD7E8.xml" ContentType="application/vnd.openxmlformats-officedocument.presentationml.slideLayout+xml"/>
  <Override PartName="/ppt/slideLayouts/slideLayout_80000037_98B7EBD8.xml" ContentType="application/vnd.openxmlformats-officedocument.presentationml.slideLayout+xml"/>
  <Override PartName="/ppt/slideLayouts/slideLayout_80000038_4337AB3D.xml" ContentType="application/vnd.openxmlformats-officedocument.presentationml.slideLayout+xml"/>
  <Override PartName="/ppt/slideLayouts/slideLayout_80000039_841D48CC.xml" ContentType="application/vnd.openxmlformats-officedocument.presentationml.slideLayout+xml"/>
  <Override PartName="/ppt/slideLayouts/slideLayout_8000003A_AEF339DD.xml" ContentType="application/vnd.openxmlformats-officedocument.presentationml.slideLayout+xml"/>
  <Override PartName="/ppt/slideLayouts/slideLayout_8000003B_702CC625.xml" ContentType="application/vnd.openxmlformats-officedocument.presentationml.slideLayout+xml"/>
  <Override PartName="/ppt/slideLayouts/slideLayout_8000003C_84F35A0A.xml" ContentType="application/vnd.openxmlformats-officedocument.presentationml.slideLayout+xml"/>
  <Override PartName="/ppt/slideLayouts/slideLayout_8000003D_F7BCE3E6.xml" ContentType="application/vnd.openxmlformats-officedocument.presentationml.slideLayout+xml"/>
  <Override PartName="/ppt/slideLayouts/slideLayout_8000003E_6B53EED0.xml" ContentType="application/vnd.openxmlformats-officedocument.presentationml.slideLayout+xml"/>
  <Override PartName="/ppt/slideLayouts/slideLayout_8000003F_F971DAD5.xml" ContentType="application/vnd.openxmlformats-officedocument.presentationml.slideLayout+xml"/>
  <Override PartName="/ppt/slideLayouts/slideLayout_80000040_9331B9B8.xml" ContentType="application/vnd.openxmlformats-officedocument.presentationml.slideLayout+xml"/>
  <Override PartName="/ppt/slideLayouts/slideLayout_80000041_650153AA.xml" ContentType="application/vnd.openxmlformats-officedocument.presentationml.slideLayout+xml"/>
  <Override PartName="/ppt/slideLayouts/slideLayout_80000042_5707F185.xml" ContentType="application/vnd.openxmlformats-officedocument.presentationml.slideLayout+xml"/>
  <Override PartName="/ppt/slideLayouts/slideLayout_80000043_2299E165.xml" ContentType="application/vnd.openxmlformats-officedocument.presentationml.slideLayout+xml"/>
  <Override PartName="/ppt/slideLayouts/slideLayout_80000044_F6D8F1AE.xml" ContentType="application/vnd.openxmlformats-officedocument.presentationml.slideLayout+xml"/>
  <Override PartName="/ppt/slideLayouts/slideLayout_80000045_38696CE.xml" ContentType="application/vnd.openxmlformats-officedocument.presentationml.slideLayout+xml"/>
  <Override PartName="/ppt/slideLayouts/slideLayout_80000046_8E658383.xml" ContentType="application/vnd.openxmlformats-officedocument.presentationml.slideLayout+xml"/>
  <Override PartName="/ppt/slideLayouts/slideLayout_80000047_38A285E6.xml" ContentType="application/vnd.openxmlformats-officedocument.presentationml.slideLayout+xml"/>
  <Override PartName="/ppt/theme/theme_0_53747E0.xml" ContentType="application/vnd.openxmlformats-officedocument.theme+xml"/>
  <Override PartName="/ppt/notesSlides/notesSlide_A01_CE47072D.xml" ContentType="application/vnd.openxmlformats-officedocument.presentationml.notesSlide+xml"/>
  <Override PartName="/ppt/notesSlides/notesSlide_A02_C0638131.xml" ContentType="application/vnd.openxmlformats-officedocument.presentationml.notesSlide+xml"/>
  <Override PartName="/ppt/notesSlides/notesSlide_A03_61B0C10.xml" ContentType="application/vnd.openxmlformats-officedocument.presentationml.notesSlide+xml"/>
  <Override PartName="/ppt/diagrams/data_A03_61B0C10.xml" ContentType="application/vnd.openxmlformats-officedocument.drawingml.diagramData+xml"/>
  <Override PartName="/ppt/diagrams/layout_A03_61B0C10.xml" ContentType="application/vnd.openxmlformats-officedocument.drawingml.diagramLayout+xml"/>
  <Override PartName="/ppt/diagrams/quickStyle_A03_61B0C10.xml" ContentType="application/vnd.openxmlformats-officedocument.drawingml.diagramStyle+xml"/>
  <Override PartName="/ppt/diagrams/colors_A03_61B0C10.xml" ContentType="application/vnd.openxmlformats-officedocument.drawingml.diagramColors+xml"/>
  <Override PartName="/ppt/diagrams/drawing_A03_61B0C10.xml" ContentType="application/vnd.ms-office.drawingml.diagramDrawing+xml"/>
  <Override PartName="/ppt/notesSlides/notesSlide_A04_9B3CE8B9.xml" ContentType="application/vnd.openxmlformats-officedocument.presentationml.notesSlide+xml"/>
  <Override PartName="/ppt/notesSlides/notesSlide_A05_21587B78.xml" ContentType="application/vnd.openxmlformats-officedocument.presentationml.notesSlide+xml"/>
  <Override PartName="/ppt/notesSlides/notesSlide_A06_99F6A846.xml" ContentType="application/vnd.openxmlformats-officedocument.presentationml.notesSlide+xml"/>
  <Override PartName="/ppt/notesSlides/notesSlide_A07_ABB87E25.xml" ContentType="application/vnd.openxmlformats-officedocument.presentationml.notesSlide+xml"/>
  <Override PartName="/ppt/notesSlides/notesSlide_A08_1DABCC5F.xml" ContentType="application/vnd.openxmlformats-officedocument.presentationml.notesSlide+xml"/>
  <Override PartName="/ppt/notesSlides/notesSlide_A09_AA53F79.xml" ContentType="application/vnd.openxmlformats-officedocument.presentationml.notesSlide+xml"/>
  <Override PartName="/ppt/notesSlides/notesSlide_A0A_41D8A2AD.xml" ContentType="application/vnd.openxmlformats-officedocument.presentationml.notesSlide+xml"/>
  <Override PartName="/ppt/notesSlides/notesSlide_A0B_11967EB5.xml" ContentType="application/vnd.openxmlformats-officedocument.presentationml.notesSlide+xml"/>
  <Override PartName="/ppt/notesSlides/notesSlide_A0C_AA87E9F4.xml" ContentType="application/vnd.openxmlformats-officedocument.presentationml.notesSlide+xml"/>
  <Override PartName="/ppt/notesSlides/notesSlide_A0D_95CAD45D.xml" ContentType="application/vnd.openxmlformats-officedocument.presentationml.notesSlide+xml"/>
  <Override PartName="/ppt/notesSlides/notesSlide_A0E_AF21B120.xml" ContentType="application/vnd.openxmlformats-officedocument.presentationml.notesSlide+xml"/>
  <Override PartName="/ppt/notesSlides/notesSlide_A0F_80534B74.xml" ContentType="application/vnd.openxmlformats-officedocument.presentationml.notesSlide+xml"/>
  <Override PartName="/ppt/notesSlides/notesSlide_A10_C99417CD.xml" ContentType="application/vnd.openxmlformats-officedocument.presentationml.notesSlide+xml"/>
  <Override PartName="/ppt/notesSlides/notesSlide_A11_868B699E.xml" ContentType="application/vnd.openxmlformats-officedocument.presentationml.notesSlide+xml"/>
  <Override PartName="/ppt/notesSlides/notesSlide_A12_7858606E.xml" ContentType="application/vnd.openxmlformats-officedocument.presentationml.notesSlide+xml"/>
  <Override PartName="/ppt/notesSlides/notesSlide_A13_7E93F300.xml" ContentType="application/vnd.openxmlformats-officedocument.presentationml.notesSlide+xml"/>
  <Override PartName="/ppt/notesSlides/notesSlide_A14_BAF45777.xml" ContentType="application/vnd.openxmlformats-officedocument.presentationml.notesSlide+xml"/>
  <Override PartName="/ppt/notesSlides/notesSlide_A15_40B71709.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folio Analysis System: Baselined Requirements &amp; Solution Outline" id="{0877B440-2310-42FC-9782-5A3FE98BE700}">
          <p14:sldIdLst>
            <p14:sldId id="2561"/>
          </p14:sldIdLst>
        </p14:section>
        <p14:section name="System Overview and Objectives" id="{9E394A9A-DA30-4783-B14C-87BCDE658CBB}">
          <p14:sldIdLst>
            <p14:sldId id="2562"/>
            <p14:sldId id="2563"/>
          </p14:sldIdLst>
        </p14:section>
        <p14:section name="Decision Framework Architecture" id="{BBA5816D-7449-46E3-93F1-4277D4ACDBCE}">
          <p14:sldIdLst>
            <p14:sldId id="2564"/>
            <p14:sldId id="2565"/>
          </p14:sldIdLst>
        </p14:section>
        <p14:section name="Fundamental Analysis Layer" id="{6604571A-95B0-48A0-96C5-55817A7F97CE}">
          <p14:sldIdLst>
            <p14:sldId id="2566"/>
            <p14:sldId id="2567"/>
          </p14:sldIdLst>
        </p14:section>
        <p14:section name="Technical Analysis Layer" id="{5AC37868-CC22-4599-9057-33AB0AFF3216}">
          <p14:sldIdLst>
            <p14:sldId id="2568"/>
            <p14:sldId id="2569"/>
          </p14:sldIdLst>
        </p14:section>
        <p14:section name="Sentiment and Conviction Layer" id="{4FBDF029-91F6-4687-9E7E-16B13BBE3137}">
          <p14:sldIdLst>
            <p14:sldId id="2570"/>
            <p14:sldId id="2571"/>
          </p14:sldIdLst>
        </p14:section>
        <p14:section name="Scorecard and Scoring Model" id="{B5580094-F963-4D05-AD36-79E8023AB0F4}">
          <p14:sldIdLst>
            <p14:sldId id="2572"/>
            <p14:sldId id="2573"/>
          </p14:sldIdLst>
        </p14:section>
        <p14:section name="Decision Matrices" id="{AC4ED523-3E4F-4D02-B6AF-8323A8EF093E}">
          <p14:sldIdLst>
            <p14:sldId id="2574"/>
            <p14:sldId id="2575"/>
          </p14:sldIdLst>
        </p14:section>
        <p14:section name="Risk Management and Exit Discipline" id="{44268E7E-0422-4BDA-AB5A-65255BD7DFBA}">
          <p14:sldIdLst>
            <p14:sldId id="2576"/>
            <p14:sldId id="2577"/>
          </p14:sldIdLst>
        </p14:section>
        <p14:section name="Data and Automation Architecture" id="{9F0A8CEE-516A-452C-B08D-19BB670E365D}">
          <p14:sldIdLst>
            <p14:sldId id="2578"/>
            <p14:sldId id="2579"/>
          </p14:sldIdLst>
        </p14:section>
        <p14:section name="Operational Cadence and Design Principles" id="{12F69A5B-F740-432F-B43D-ED5D6A4C4BD5}">
          <p14:sldIdLst>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ABB87E25.xml"/><Relationship Id="rId13" Type="http://schemas.openxmlformats.org/officeDocument/2006/relationships/slide" Target="slides/slide_A0C_AA87E9F4.xml"/><Relationship Id="rId18" Type="http://schemas.openxmlformats.org/officeDocument/2006/relationships/slide" Target="slides/slide_A11_868B699E.xml"/><Relationship Id="rId26" Type="http://schemas.openxmlformats.org/officeDocument/2006/relationships/tableStyles" Target="tableStyles.xml"/><Relationship Id="rId3" Type="http://schemas.openxmlformats.org/officeDocument/2006/relationships/slide" Target="slides/slide_A02_C0638131.xml"/><Relationship Id="rId21" Type="http://schemas.openxmlformats.org/officeDocument/2006/relationships/slide" Target="slides/slide_A14_BAF45777.xml"/><Relationship Id="rId7" Type="http://schemas.openxmlformats.org/officeDocument/2006/relationships/slide" Target="slides/slide_A06_99F6A846.xml"/><Relationship Id="rId12" Type="http://schemas.openxmlformats.org/officeDocument/2006/relationships/slide" Target="slides/slide_A0B_11967EB5.xml"/><Relationship Id="rId17" Type="http://schemas.openxmlformats.org/officeDocument/2006/relationships/slide" Target="slides/slide_A10_C99417CD.xml"/><Relationship Id="rId25" Type="http://schemas.openxmlformats.org/officeDocument/2006/relationships/theme" Target="theme/theme_80000000_C4FE1C55.xml"/><Relationship Id="rId2" Type="http://schemas.openxmlformats.org/officeDocument/2006/relationships/slide" Target="slides/slide_A01_CE47072D.xml"/><Relationship Id="rId16" Type="http://schemas.openxmlformats.org/officeDocument/2006/relationships/slide" Target="slides/slide_A0F_80534B74.xml"/><Relationship Id="rId20" Type="http://schemas.openxmlformats.org/officeDocument/2006/relationships/slide" Target="slides/slide_A13_7E93F300.xml"/><Relationship Id="rId1" Type="http://schemas.openxmlformats.org/officeDocument/2006/relationships/slideMaster" Target="slideMasters/slideMaster_80000000_C4FE1C55.xml"/><Relationship Id="rId6" Type="http://schemas.openxmlformats.org/officeDocument/2006/relationships/slide" Target="slides/slide_A05_21587B78.xml"/><Relationship Id="rId11" Type="http://schemas.openxmlformats.org/officeDocument/2006/relationships/slide" Target="slides/slide_A0A_41D8A2AD.xml"/><Relationship Id="rId24" Type="http://schemas.openxmlformats.org/officeDocument/2006/relationships/presProps" Target="presProps.xml"/><Relationship Id="rId5" Type="http://schemas.openxmlformats.org/officeDocument/2006/relationships/slide" Target="slides/slide_A04_9B3CE8B9.xml"/><Relationship Id="rId15" Type="http://schemas.openxmlformats.org/officeDocument/2006/relationships/slide" Target="slides/slide_A0E_AF21B120.xml"/><Relationship Id="rId23" Type="http://schemas.openxmlformats.org/officeDocument/2006/relationships/notesMaster" Target="notesMasters/notesMaster_0_53747E0.xml"/><Relationship Id="rId10" Type="http://schemas.openxmlformats.org/officeDocument/2006/relationships/slide" Target="slides/slide_A09_AA53F79.xml"/><Relationship Id="rId19" Type="http://schemas.openxmlformats.org/officeDocument/2006/relationships/slide" Target="slides/slide_A12_7858606E.xml"/><Relationship Id="rId4" Type="http://schemas.openxmlformats.org/officeDocument/2006/relationships/slide" Target="slides/slide_A03_61B0C10.xml"/><Relationship Id="rId9" Type="http://schemas.openxmlformats.org/officeDocument/2006/relationships/slide" Target="slides/slide_A08_1DABCC5F.xml"/><Relationship Id="rId14" Type="http://schemas.openxmlformats.org/officeDocument/2006/relationships/slide" Target="slides/slide_A0D_95CAD45D.xml"/><Relationship Id="rId22" Type="http://schemas.openxmlformats.org/officeDocument/2006/relationships/slide" Target="slides/slide_A15_40B71709.xml"/></Relationships>
</file>

<file path=ppt/diagrams/_rels/data_A03_61B0C10.xml.rels><?xml version="1.0" encoding="UTF-8" standalone="yes"?>
<Relationships xmlns="http://schemas.openxmlformats.org/package/2006/relationships"><Relationship Id="rId3" Type="http://schemas.openxmlformats.org/officeDocument/2006/relationships/image" Target="../media/image_F00DC413.jpeg"/><Relationship Id="rId2" Type="http://schemas.openxmlformats.org/officeDocument/2006/relationships/image" Target="../media/image_58E6BC90.jpeg"/><Relationship Id="rId1" Type="http://schemas.openxmlformats.org/officeDocument/2006/relationships/image" Target="../media/image_7485DCD7.jpeg"/></Relationships>
</file>

<file path=ppt/diagrams/_rels/drawing_A03_61B0C10.xml.rels><?xml version="1.0" encoding="UTF-8" standalone="yes"?>
<Relationships xmlns="http://schemas.openxmlformats.org/package/2006/relationships"><Relationship Id="rId3" Type="http://schemas.openxmlformats.org/officeDocument/2006/relationships/image" Target="../media/image_F00DC413.jpeg"/><Relationship Id="rId2" Type="http://schemas.openxmlformats.org/officeDocument/2006/relationships/image" Target="../media/image_58E6BC90.jpeg"/><Relationship Id="rId1" Type="http://schemas.openxmlformats.org/officeDocument/2006/relationships/image" Target="../media/image_7485DCD7.jpeg"/></Relationships>
</file>

<file path=ppt/diagrams/colors_A03_61B0C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_A03_61B0C10.xml><?xml version="1.0" encoding="utf-8"?>
<dgm:dataModel xmlns:dgm="http://schemas.openxmlformats.org/drawingml/2006/diagram" xmlns:a="http://schemas.openxmlformats.org/drawingml/2006/main">
  <dgm:ptLst>
    <dgm:pt modelId="{D9F88D9A-BE1A-4DDA-8C05-1F0BCD35D3D6}"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C222F658-2D33-4625-89D6-F820957AAB88}">
      <dgm:prSet/>
      <dgm:spPr/>
      <dgm:t>
        <a:bodyPr/>
        <a:lstStyle/>
        <a:p>
          <a:pPr>
            <a:lnSpc>
              <a:spcPct val="100000"/>
            </a:lnSpc>
            <a:defRPr b="1"/>
          </a:pPr>
          <a:r>
            <a:rPr lang="en-US"/>
            <a:t>Actionable Stock Recommendations</a:t>
          </a:r>
        </a:p>
      </dgm:t>
    </dgm:pt>
    <dgm:pt modelId="{91186CDE-14F4-493F-9716-66AFCE40615F}" type="parTrans" cxnId="{99CE9391-CC6E-433D-AFBA-C638479A62C2}">
      <dgm:prSet/>
      <dgm:spPr/>
      <dgm:t>
        <a:bodyPr/>
        <a:lstStyle/>
        <a:p>
          <a:endParaRPr lang="en-US"/>
        </a:p>
      </dgm:t>
    </dgm:pt>
    <dgm:pt modelId="{1896FD85-1D26-48F7-BF27-786B30AF1D31}" type="sibTrans" cxnId="{99CE9391-CC6E-433D-AFBA-C638479A62C2}">
      <dgm:prSet/>
      <dgm:spPr/>
      <dgm:t>
        <a:bodyPr/>
        <a:lstStyle/>
        <a:p>
          <a:pPr>
            <a:lnSpc>
              <a:spcPct val="100000"/>
            </a:lnSpc>
            <a:defRPr b="1"/>
          </a:pPr>
          <a:endParaRPr lang="en-US"/>
        </a:p>
      </dgm:t>
    </dgm:pt>
    <dgm:pt modelId="{1447EC99-EBB9-4DD0-A7B3-E1D5C534B0D7}">
      <dgm:prSet/>
      <dgm:spPr/>
      <dgm:t>
        <a:bodyPr/>
        <a:lstStyle/>
        <a:p>
          <a:pPr>
            <a:lnSpc>
              <a:spcPct val="100000"/>
            </a:lnSpc>
          </a:pPr>
          <a:r>
            <a:rPr lang="en-US"/>
            <a:t>The system delivers Buy, Hold, Reduce, or Exit recommendations to optimize portfolio capital allocation and address underperformers early.</a:t>
          </a:r>
        </a:p>
      </dgm:t>
    </dgm:pt>
    <dgm:pt modelId="{A316EC2F-E521-448C-8059-A6E79199A5CA}" type="parTrans" cxnId="{696A8AA1-AAC2-40BE-AB7B-B2C1CC38A9CD}">
      <dgm:prSet/>
      <dgm:spPr/>
      <dgm:t>
        <a:bodyPr/>
        <a:lstStyle/>
        <a:p>
          <a:endParaRPr lang="en-US"/>
        </a:p>
      </dgm:t>
    </dgm:pt>
    <dgm:pt modelId="{91919A88-A5A4-4B1F-91E7-11704B50094B}" type="sibTrans" cxnId="{696A8AA1-AAC2-40BE-AB7B-B2C1CC38A9CD}">
      <dgm:prSet/>
      <dgm:spPr/>
      <dgm:t>
        <a:bodyPr/>
        <a:lstStyle/>
        <a:p>
          <a:endParaRPr lang="en-US"/>
        </a:p>
      </dgm:t>
    </dgm:pt>
    <dgm:pt modelId="{3696C7BC-3C0B-4358-AD1C-913EE4A64447}">
      <dgm:prSet/>
      <dgm:spPr/>
      <dgm:t>
        <a:bodyPr/>
        <a:lstStyle/>
        <a:p>
          <a:pPr>
            <a:lnSpc>
              <a:spcPct val="100000"/>
            </a:lnSpc>
            <a:defRPr b="1"/>
          </a:pPr>
          <a:r>
            <a:rPr lang="en-US"/>
            <a:t>Systematic Stock Discovery</a:t>
          </a:r>
        </a:p>
      </dgm:t>
    </dgm:pt>
    <dgm:pt modelId="{71EF4E01-0890-448B-9C5E-327AC3997EF3}" type="parTrans" cxnId="{37F5E2A6-E607-40F0-97A1-0A3A6AEE74C8}">
      <dgm:prSet/>
      <dgm:spPr/>
      <dgm:t>
        <a:bodyPr/>
        <a:lstStyle/>
        <a:p>
          <a:endParaRPr lang="en-US"/>
        </a:p>
      </dgm:t>
    </dgm:pt>
    <dgm:pt modelId="{1A0EB690-4584-4C83-B840-5F67D34DC504}" type="sibTrans" cxnId="{37F5E2A6-E607-40F0-97A1-0A3A6AEE74C8}">
      <dgm:prSet/>
      <dgm:spPr/>
      <dgm:t>
        <a:bodyPr/>
        <a:lstStyle/>
        <a:p>
          <a:pPr>
            <a:lnSpc>
              <a:spcPct val="100000"/>
            </a:lnSpc>
            <a:defRPr b="1"/>
          </a:pPr>
          <a:endParaRPr lang="en-US"/>
        </a:p>
      </dgm:t>
    </dgm:pt>
    <dgm:pt modelId="{CE4C59FA-6C84-4CEC-8076-93845C61329F}">
      <dgm:prSet/>
      <dgm:spPr/>
      <dgm:t>
        <a:bodyPr/>
        <a:lstStyle/>
        <a:p>
          <a:pPr>
            <a:lnSpc>
              <a:spcPct val="100000"/>
            </a:lnSpc>
          </a:pPr>
          <a:r>
            <a:rPr lang="en-US"/>
            <a:t>It screens the market systematically to find high-quality stocks using fundamental, technical, and sentiment criteria, reducing emotional bias.</a:t>
          </a:r>
        </a:p>
      </dgm:t>
    </dgm:pt>
    <dgm:pt modelId="{3C80A9FA-8616-4F2D-B90B-9976BC838818}" type="parTrans" cxnId="{B4C54599-79E8-4355-84E8-E0BB07D7F1E7}">
      <dgm:prSet/>
      <dgm:spPr/>
      <dgm:t>
        <a:bodyPr/>
        <a:lstStyle/>
        <a:p>
          <a:endParaRPr lang="en-US"/>
        </a:p>
      </dgm:t>
    </dgm:pt>
    <dgm:pt modelId="{51BD02F9-5A16-46FC-BA95-521247019E6F}" type="sibTrans" cxnId="{B4C54599-79E8-4355-84E8-E0BB07D7F1E7}">
      <dgm:prSet/>
      <dgm:spPr/>
      <dgm:t>
        <a:bodyPr/>
        <a:lstStyle/>
        <a:p>
          <a:endParaRPr lang="en-US"/>
        </a:p>
      </dgm:t>
    </dgm:pt>
    <dgm:pt modelId="{80F4C2AB-3783-4F54-A238-BE0FC3C0361C}">
      <dgm:prSet/>
      <dgm:spPr/>
      <dgm:t>
        <a:bodyPr/>
        <a:lstStyle/>
        <a:p>
          <a:pPr>
            <a:lnSpc>
              <a:spcPct val="100000"/>
            </a:lnSpc>
            <a:defRPr b="1"/>
          </a:pPr>
          <a:r>
            <a:rPr lang="en-US"/>
            <a:t>Portfolio Balance and Optimization</a:t>
          </a:r>
        </a:p>
      </dgm:t>
    </dgm:pt>
    <dgm:pt modelId="{7CEA2AC3-FD36-446B-A1C1-C647AE0C9995}" type="parTrans" cxnId="{49BF3381-A0EB-4641-8A19-EE8DFF3EC201}">
      <dgm:prSet/>
      <dgm:spPr/>
      <dgm:t>
        <a:bodyPr/>
        <a:lstStyle/>
        <a:p>
          <a:endParaRPr lang="en-US"/>
        </a:p>
      </dgm:t>
    </dgm:pt>
    <dgm:pt modelId="{A9D3916B-4D85-4311-AB1C-327E849667CA}" type="sibTrans" cxnId="{49BF3381-A0EB-4641-8A19-EE8DFF3EC201}">
      <dgm:prSet/>
      <dgm:spPr/>
      <dgm:t>
        <a:bodyPr/>
        <a:lstStyle/>
        <a:p>
          <a:endParaRPr lang="en-US"/>
        </a:p>
      </dgm:t>
    </dgm:pt>
    <dgm:pt modelId="{A22A7CF1-B182-4635-A073-371ACD2930D2}">
      <dgm:prSet/>
      <dgm:spPr/>
      <dgm:t>
        <a:bodyPr/>
        <a:lstStyle/>
        <a:p>
          <a:pPr>
            <a:lnSpc>
              <a:spcPct val="100000"/>
            </a:lnSpc>
          </a:pPr>
          <a:r>
            <a:rPr lang="en-US"/>
            <a:t>Focuses on diversification, sector control, correlation management, and risk-adjusted returns to optimize portfolio performance holistically.</a:t>
          </a:r>
        </a:p>
      </dgm:t>
    </dgm:pt>
    <dgm:pt modelId="{44F2CB6D-3CAB-45FC-AC08-01E11C86DE84}" type="parTrans" cxnId="{668AA306-9864-4863-918D-BCD9C171AEAC}">
      <dgm:prSet/>
      <dgm:spPr/>
      <dgm:t>
        <a:bodyPr/>
        <a:lstStyle/>
        <a:p>
          <a:endParaRPr lang="en-US"/>
        </a:p>
      </dgm:t>
    </dgm:pt>
    <dgm:pt modelId="{40824A69-B54B-498C-A898-00BB7CABA0F7}" type="sibTrans" cxnId="{668AA306-9864-4863-918D-BCD9C171AEAC}">
      <dgm:prSet/>
      <dgm:spPr/>
      <dgm:t>
        <a:bodyPr/>
        <a:lstStyle/>
        <a:p>
          <a:endParaRPr lang="en-US"/>
        </a:p>
      </dgm:t>
    </dgm:pt>
    <dgm:pt modelId="{0F195C42-29AC-408C-A91A-892920C8FF3C}" type="pres">
      <dgm:prSet presAssocID="{D9F88D9A-BE1A-4DDA-8C05-1F0BCD35D3D6}" presName="Root" presStyleCnt="0">
        <dgm:presLayoutVars>
          <dgm:dir/>
          <dgm:resizeHandles val="exact"/>
        </dgm:presLayoutVars>
      </dgm:prSet>
      <dgm:spPr/>
    </dgm:pt>
    <dgm:pt modelId="{950304F3-8D1A-4772-997E-FB9811E11EFB}" type="pres">
      <dgm:prSet presAssocID="{C222F658-2D33-4625-89D6-F820957AAB88}" presName="Composite" presStyleCnt="0"/>
      <dgm:spPr/>
    </dgm:pt>
    <dgm:pt modelId="{DDCFFE95-3DD4-4B82-92B2-0021D1AC1125}" type="pres">
      <dgm:prSet presAssocID="{C222F658-2D33-4625-89D6-F820957AAB88}" presName="Pictur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l="19374" r="13877" b="1"/>
          <a:stretch/>
        </a:blipFill>
      </dgm:spPr>
      <dgm:extLst>
        <a:ext uri="{E40237B7-FDA0-4F09-8148-C483321AD2D9}">
          <dgm14:cNvPr xmlns:dgm14="http://schemas.microsoft.com/office/drawing/2010/diagram" id="0" name="" descr="display stock market charts in a street"/>
        </a:ext>
      </dgm:extLst>
    </dgm:pt>
    <dgm:pt modelId="{BE9C3F8D-3B05-4F03-AD7A-C9C05A59F530}" type="pres">
      <dgm:prSet presAssocID="{C222F658-2D33-4625-89D6-F820957AAB88}" presName="Subtitle" presStyleLbl="revTx" presStyleIdx="0" presStyleCnt="6">
        <dgm:presLayoutVars>
          <dgm:chMax val="0"/>
          <dgm:bulletEnabled/>
        </dgm:presLayoutVars>
      </dgm:prSet>
      <dgm:spPr/>
    </dgm:pt>
    <dgm:pt modelId="{93862350-6793-4E45-8695-7F5A34DD1E09}" type="pres">
      <dgm:prSet presAssocID="{C222F658-2D33-4625-89D6-F820957AAB88}" presName="Description" presStyleLbl="revTx" presStyleIdx="1" presStyleCnt="6">
        <dgm:presLayoutVars>
          <dgm:bulletEnabled/>
        </dgm:presLayoutVars>
      </dgm:prSet>
      <dgm:spPr/>
    </dgm:pt>
    <dgm:pt modelId="{CE1E62A1-D088-44A1-9828-3B2B1B6B84E0}" type="pres">
      <dgm:prSet presAssocID="{1896FD85-1D26-48F7-BF27-786B30AF1D31}" presName="sibTrans" presStyleLbl="sibTrans2D1" presStyleIdx="0" presStyleCnt="0"/>
      <dgm:spPr/>
    </dgm:pt>
    <dgm:pt modelId="{D63C4CA0-919F-4B89-B9B5-8644B6E6CC47}" type="pres">
      <dgm:prSet presAssocID="{3696C7BC-3C0B-4358-AD1C-913EE4A64447}" presName="Composite" presStyleCnt="0"/>
      <dgm:spPr/>
    </dgm:pt>
    <dgm:pt modelId="{D5E725CE-3C47-431C-A745-988740A016BE}" type="pres">
      <dgm:prSet presAssocID="{3696C7BC-3C0B-4358-AD1C-913EE4A64447}" presName="Picture"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rcRect l="25357" r="6896" b="5"/>
          <a:stretch/>
        </a:blipFill>
      </dgm:spPr>
      <dgm:extLst>
        <a:ext uri="{E40237B7-FDA0-4F09-8148-C483321AD2D9}">
          <dgm14:cNvPr xmlns:dgm14="http://schemas.microsoft.com/office/drawing/2010/diagram" id="0" name="" descr="Blurred financial stock market data and graph"/>
        </a:ext>
      </dgm:extLst>
    </dgm:pt>
    <dgm:pt modelId="{BA3991F9-FC19-42E8-8249-27AEB9543543}" type="pres">
      <dgm:prSet presAssocID="{3696C7BC-3C0B-4358-AD1C-913EE4A64447}" presName="Subtitle" presStyleLbl="revTx" presStyleIdx="2" presStyleCnt="6">
        <dgm:presLayoutVars>
          <dgm:chMax val="0"/>
          <dgm:bulletEnabled/>
        </dgm:presLayoutVars>
      </dgm:prSet>
      <dgm:spPr/>
    </dgm:pt>
    <dgm:pt modelId="{7FD621BB-479E-4F37-A89E-BB47A37C503A}" type="pres">
      <dgm:prSet presAssocID="{3696C7BC-3C0B-4358-AD1C-913EE4A64447}" presName="Description" presStyleLbl="revTx" presStyleIdx="3" presStyleCnt="6">
        <dgm:presLayoutVars>
          <dgm:bulletEnabled/>
        </dgm:presLayoutVars>
      </dgm:prSet>
      <dgm:spPr/>
    </dgm:pt>
    <dgm:pt modelId="{8FF25ED7-C115-4DCC-8780-A28099E04F19}" type="pres">
      <dgm:prSet presAssocID="{1A0EB690-4584-4C83-B840-5F67D34DC504}" presName="sibTrans" presStyleLbl="sibTrans2D1" presStyleIdx="0" presStyleCnt="0"/>
      <dgm:spPr/>
    </dgm:pt>
    <dgm:pt modelId="{967313DA-43C9-4E83-A041-000E5B4DEEA0}" type="pres">
      <dgm:prSet presAssocID="{80F4C2AB-3783-4F54-A238-BE0FC3C0361C}" presName="Composite" presStyleCnt="0"/>
      <dgm:spPr/>
    </dgm:pt>
    <dgm:pt modelId="{DB7D90C2-453D-43E2-AE95-2505657DE563}" type="pres">
      <dgm:prSet presAssocID="{80F4C2AB-3783-4F54-A238-BE0FC3C0361C}" presName="Picture"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rcRect l="14253" r="-13" b="-12"/>
          <a:stretch/>
        </a:blipFill>
      </dgm:spPr>
      <dgm:extLst>
        <a:ext uri="{E40237B7-FDA0-4F09-8148-C483321AD2D9}">
          <dgm14:cNvPr xmlns:dgm14="http://schemas.microsoft.com/office/drawing/2010/diagram" id="0" name="" descr="Shot of a businessman holding on to a bunch of cryptocurrency balloons on top of a graph against a white background"/>
        </a:ext>
      </dgm:extLst>
    </dgm:pt>
    <dgm:pt modelId="{0EDE00A4-8902-40B4-A80B-A7D2565C71EB}" type="pres">
      <dgm:prSet presAssocID="{80F4C2AB-3783-4F54-A238-BE0FC3C0361C}" presName="Subtitle" presStyleLbl="revTx" presStyleIdx="4" presStyleCnt="6">
        <dgm:presLayoutVars>
          <dgm:chMax val="0"/>
          <dgm:bulletEnabled/>
        </dgm:presLayoutVars>
      </dgm:prSet>
      <dgm:spPr/>
    </dgm:pt>
    <dgm:pt modelId="{1B199BBC-2A63-44AA-AE95-FBF45E2E818A}" type="pres">
      <dgm:prSet presAssocID="{80F4C2AB-3783-4F54-A238-BE0FC3C0361C}" presName="Description" presStyleLbl="revTx" presStyleIdx="5" presStyleCnt="6">
        <dgm:presLayoutVars>
          <dgm:bulletEnabled/>
        </dgm:presLayoutVars>
      </dgm:prSet>
      <dgm:spPr/>
    </dgm:pt>
  </dgm:ptLst>
  <dgm:cxnLst>
    <dgm:cxn modelId="{668AA306-9864-4863-918D-BCD9C171AEAC}" srcId="{80F4C2AB-3783-4F54-A238-BE0FC3C0361C}" destId="{A22A7CF1-B182-4635-A073-371ACD2930D2}" srcOrd="0" destOrd="0" parTransId="{44F2CB6D-3CAB-45FC-AC08-01E11C86DE84}" sibTransId="{40824A69-B54B-498C-A898-00BB7CABA0F7}"/>
    <dgm:cxn modelId="{60FBC711-A29B-49A5-B5BD-0BEAB48E0CA6}" type="presOf" srcId="{1A0EB690-4584-4C83-B840-5F67D34DC504}" destId="{8FF25ED7-C115-4DCC-8780-A28099E04F19}" srcOrd="0" destOrd="0" presId="urn:microsoft.com/office/officeart/2024/3/layout/verticalVisualTextBlock1"/>
    <dgm:cxn modelId="{90CABC1B-CEDE-427C-BEB6-CA7BF33012A2}" type="presOf" srcId="{80F4C2AB-3783-4F54-A238-BE0FC3C0361C}" destId="{0EDE00A4-8902-40B4-A80B-A7D2565C71EB}" srcOrd="0" destOrd="0" presId="urn:microsoft.com/office/officeart/2024/3/layout/verticalVisualTextBlock1"/>
    <dgm:cxn modelId="{927A3A25-2A84-433B-B6B5-A0577B9F3955}" type="presOf" srcId="{3696C7BC-3C0B-4358-AD1C-913EE4A64447}" destId="{BA3991F9-FC19-42E8-8249-27AEB9543543}" srcOrd="0" destOrd="0" presId="urn:microsoft.com/office/officeart/2024/3/layout/verticalVisualTextBlock1"/>
    <dgm:cxn modelId="{26466B3D-C2D3-4E95-89FF-2F9039F2A9A6}" type="presOf" srcId="{CE4C59FA-6C84-4CEC-8076-93845C61329F}" destId="{7FD621BB-479E-4F37-A89E-BB47A37C503A}" srcOrd="0" destOrd="0" presId="urn:microsoft.com/office/officeart/2024/3/layout/verticalVisualTextBlock1"/>
    <dgm:cxn modelId="{9D728578-564D-42A3-99FE-D76BFDB477C7}" type="presOf" srcId="{A22A7CF1-B182-4635-A073-371ACD2930D2}" destId="{1B199BBC-2A63-44AA-AE95-FBF45E2E818A}" srcOrd="0" destOrd="0" presId="urn:microsoft.com/office/officeart/2024/3/layout/verticalVisualTextBlock1"/>
    <dgm:cxn modelId="{39B1167B-3B76-48A5-BF21-A6D0AC6B16E1}" type="presOf" srcId="{1447EC99-EBB9-4DD0-A7B3-E1D5C534B0D7}" destId="{93862350-6793-4E45-8695-7F5A34DD1E09}" srcOrd="0" destOrd="0" presId="urn:microsoft.com/office/officeart/2024/3/layout/verticalVisualTextBlock1"/>
    <dgm:cxn modelId="{49BF3381-A0EB-4641-8A19-EE8DFF3EC201}" srcId="{D9F88D9A-BE1A-4DDA-8C05-1F0BCD35D3D6}" destId="{80F4C2AB-3783-4F54-A238-BE0FC3C0361C}" srcOrd="2" destOrd="0" parTransId="{7CEA2AC3-FD36-446B-A1C1-C647AE0C9995}" sibTransId="{A9D3916B-4D85-4311-AB1C-327E849667CA}"/>
    <dgm:cxn modelId="{99CE9391-CC6E-433D-AFBA-C638479A62C2}" srcId="{D9F88D9A-BE1A-4DDA-8C05-1F0BCD35D3D6}" destId="{C222F658-2D33-4625-89D6-F820957AAB88}" srcOrd="0" destOrd="0" parTransId="{91186CDE-14F4-493F-9716-66AFCE40615F}" sibTransId="{1896FD85-1D26-48F7-BF27-786B30AF1D31}"/>
    <dgm:cxn modelId="{B4C54599-79E8-4355-84E8-E0BB07D7F1E7}" srcId="{3696C7BC-3C0B-4358-AD1C-913EE4A64447}" destId="{CE4C59FA-6C84-4CEC-8076-93845C61329F}" srcOrd="0" destOrd="0" parTransId="{3C80A9FA-8616-4F2D-B90B-9976BC838818}" sibTransId="{51BD02F9-5A16-46FC-BA95-521247019E6F}"/>
    <dgm:cxn modelId="{696A8AA1-AAC2-40BE-AB7B-B2C1CC38A9CD}" srcId="{C222F658-2D33-4625-89D6-F820957AAB88}" destId="{1447EC99-EBB9-4DD0-A7B3-E1D5C534B0D7}" srcOrd="0" destOrd="0" parTransId="{A316EC2F-E521-448C-8059-A6E79199A5CA}" sibTransId="{91919A88-A5A4-4B1F-91E7-11704B50094B}"/>
    <dgm:cxn modelId="{37F5E2A6-E607-40F0-97A1-0A3A6AEE74C8}" srcId="{D9F88D9A-BE1A-4DDA-8C05-1F0BCD35D3D6}" destId="{3696C7BC-3C0B-4358-AD1C-913EE4A64447}" srcOrd="1" destOrd="0" parTransId="{71EF4E01-0890-448B-9C5E-327AC3997EF3}" sibTransId="{1A0EB690-4584-4C83-B840-5F67D34DC504}"/>
    <dgm:cxn modelId="{6D8064AC-298B-4E3D-8A28-2FF1D4F30BE9}" type="presOf" srcId="{C222F658-2D33-4625-89D6-F820957AAB88}" destId="{BE9C3F8D-3B05-4F03-AD7A-C9C05A59F530}" srcOrd="0" destOrd="0" presId="urn:microsoft.com/office/officeart/2024/3/layout/verticalVisualTextBlock1"/>
    <dgm:cxn modelId="{1335BCBA-7BCA-4F1A-8029-89C1F15CA81A}" type="presOf" srcId="{D9F88D9A-BE1A-4DDA-8C05-1F0BCD35D3D6}" destId="{0F195C42-29AC-408C-A91A-892920C8FF3C}" srcOrd="0" destOrd="0" presId="urn:microsoft.com/office/officeart/2024/3/layout/verticalVisualTextBlock1"/>
    <dgm:cxn modelId="{6D8F60ED-7B3F-484D-84F9-17E3CCCB0966}" type="presOf" srcId="{1896FD85-1D26-48F7-BF27-786B30AF1D31}" destId="{CE1E62A1-D088-44A1-9828-3B2B1B6B84E0}" srcOrd="0" destOrd="0" presId="urn:microsoft.com/office/officeart/2024/3/layout/verticalVisualTextBlock1"/>
    <dgm:cxn modelId="{51B37F8B-9123-4563-B3E7-89AC13CE1660}" type="presParOf" srcId="{0F195C42-29AC-408C-A91A-892920C8FF3C}" destId="{950304F3-8D1A-4772-997E-FB9811E11EFB}" srcOrd="0" destOrd="0" presId="urn:microsoft.com/office/officeart/2024/3/layout/verticalVisualTextBlock1"/>
    <dgm:cxn modelId="{019D4EAC-4EFC-4CC1-A2F8-0E8914EF9F14}" type="presParOf" srcId="{950304F3-8D1A-4772-997E-FB9811E11EFB}" destId="{DDCFFE95-3DD4-4B82-92B2-0021D1AC1125}" srcOrd="0" destOrd="0" presId="urn:microsoft.com/office/officeart/2024/3/layout/verticalVisualTextBlock1"/>
    <dgm:cxn modelId="{4500C99D-6C4F-4F3E-9718-F4615531D88B}" type="presParOf" srcId="{950304F3-8D1A-4772-997E-FB9811E11EFB}" destId="{BE9C3F8D-3B05-4F03-AD7A-C9C05A59F530}" srcOrd="1" destOrd="0" presId="urn:microsoft.com/office/officeart/2024/3/layout/verticalVisualTextBlock1"/>
    <dgm:cxn modelId="{C0F01874-A691-454A-9F86-B401D171D26E}" type="presParOf" srcId="{950304F3-8D1A-4772-997E-FB9811E11EFB}" destId="{93862350-6793-4E45-8695-7F5A34DD1E09}" srcOrd="2" destOrd="0" presId="urn:microsoft.com/office/officeart/2024/3/layout/verticalVisualTextBlock1"/>
    <dgm:cxn modelId="{C09D4D10-C433-4DC4-B78E-BB7AFDC01F3F}" type="presParOf" srcId="{0F195C42-29AC-408C-A91A-892920C8FF3C}" destId="{CE1E62A1-D088-44A1-9828-3B2B1B6B84E0}" srcOrd="1" destOrd="0" presId="urn:microsoft.com/office/officeart/2024/3/layout/verticalVisualTextBlock1"/>
    <dgm:cxn modelId="{865C2289-6393-4714-8F0E-D3EA6FDC1517}" type="presParOf" srcId="{0F195C42-29AC-408C-A91A-892920C8FF3C}" destId="{D63C4CA0-919F-4B89-B9B5-8644B6E6CC47}" srcOrd="2" destOrd="0" presId="urn:microsoft.com/office/officeart/2024/3/layout/verticalVisualTextBlock1"/>
    <dgm:cxn modelId="{FB39CBF4-AFEA-4A5D-BA3D-1F897FBC18BB}" type="presParOf" srcId="{D63C4CA0-919F-4B89-B9B5-8644B6E6CC47}" destId="{D5E725CE-3C47-431C-A745-988740A016BE}" srcOrd="0" destOrd="0" presId="urn:microsoft.com/office/officeart/2024/3/layout/verticalVisualTextBlock1"/>
    <dgm:cxn modelId="{6B781743-85A7-4EAB-8034-65B4F0947290}" type="presParOf" srcId="{D63C4CA0-919F-4B89-B9B5-8644B6E6CC47}" destId="{BA3991F9-FC19-42E8-8249-27AEB9543543}" srcOrd="1" destOrd="0" presId="urn:microsoft.com/office/officeart/2024/3/layout/verticalVisualTextBlock1"/>
    <dgm:cxn modelId="{E18055FD-017F-400F-A1B1-1821578C7CA9}" type="presParOf" srcId="{D63C4CA0-919F-4B89-B9B5-8644B6E6CC47}" destId="{7FD621BB-479E-4F37-A89E-BB47A37C503A}" srcOrd="2" destOrd="0" presId="urn:microsoft.com/office/officeart/2024/3/layout/verticalVisualTextBlock1"/>
    <dgm:cxn modelId="{1E429317-CB2B-4960-9B02-503B1DC64DDB}" type="presParOf" srcId="{0F195C42-29AC-408C-A91A-892920C8FF3C}" destId="{8FF25ED7-C115-4DCC-8780-A28099E04F19}" srcOrd="3" destOrd="0" presId="urn:microsoft.com/office/officeart/2024/3/layout/verticalVisualTextBlock1"/>
    <dgm:cxn modelId="{D11425EA-CBB8-4FA4-BC39-6D3272340EFB}" type="presParOf" srcId="{0F195C42-29AC-408C-A91A-892920C8FF3C}" destId="{967313DA-43C9-4E83-A041-000E5B4DEEA0}" srcOrd="4" destOrd="0" presId="urn:microsoft.com/office/officeart/2024/3/layout/verticalVisualTextBlock1"/>
    <dgm:cxn modelId="{A014A9C1-D3E0-46B8-B078-370E3676FE70}" type="presParOf" srcId="{967313DA-43C9-4E83-A041-000E5B4DEEA0}" destId="{DB7D90C2-453D-43E2-AE95-2505657DE563}" srcOrd="0" destOrd="0" presId="urn:microsoft.com/office/officeart/2024/3/layout/verticalVisualTextBlock1"/>
    <dgm:cxn modelId="{2886AEBF-77D5-42CB-B6BF-F4B29527010E}" type="presParOf" srcId="{967313DA-43C9-4E83-A041-000E5B4DEEA0}" destId="{0EDE00A4-8902-40B4-A80B-A7D2565C71EB}" srcOrd="1" destOrd="0" presId="urn:microsoft.com/office/officeart/2024/3/layout/verticalVisualTextBlock1"/>
    <dgm:cxn modelId="{2C0B179C-8CF6-48E2-AF07-8078CDCA8A5E}" type="presParOf" srcId="{967313DA-43C9-4E83-A041-000E5B4DEEA0}" destId="{1B199BBC-2A63-44AA-AE95-FBF45E2E818A}"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_A03_61B0C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CFFE95-3DD4-4B82-92B2-0021D1AC1125}">
      <dsp:nvSpPr>
        <dsp:cNvPr id="0" name=""/>
        <dsp:cNvSpPr/>
      </dsp:nvSpPr>
      <dsp:spPr>
        <a:xfrm>
          <a:off x="0" y="0"/>
          <a:ext cx="1359812" cy="1359812"/>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l="19374" r="13877" b="1"/>
          <a:stretch/>
        </a:blipFill>
        <a:ln>
          <a:noFill/>
        </a:ln>
        <a:effectLst/>
      </dsp:spPr>
      <dsp:style>
        <a:lnRef idx="0">
          <a:scrgbClr r="0" g="0" b="0"/>
        </a:lnRef>
        <a:fillRef idx="3">
          <a:scrgbClr r="0" g="0" b="0"/>
        </a:fillRef>
        <a:effectRef idx="2">
          <a:scrgbClr r="0" g="0" b="0"/>
        </a:effectRef>
        <a:fontRef idx="minor">
          <a:schemeClr val="lt1"/>
        </a:fontRef>
      </dsp:style>
    </dsp:sp>
    <dsp:sp modelId="{BE9C3F8D-3B05-4F03-AD7A-C9C05A59F530}">
      <dsp:nvSpPr>
        <dsp:cNvPr id="0" name=""/>
        <dsp:cNvSpPr/>
      </dsp:nvSpPr>
      <dsp:spPr>
        <a:xfrm>
          <a:off x="1539812" y="0"/>
          <a:ext cx="9734739" cy="370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Actionable Stock Recommendations</a:t>
          </a:r>
        </a:p>
      </dsp:txBody>
      <dsp:txXfrm>
        <a:off x="1539812" y="0"/>
        <a:ext cx="9734739" cy="370850"/>
      </dsp:txXfrm>
    </dsp:sp>
    <dsp:sp modelId="{93862350-6793-4E45-8695-7F5A34DD1E09}">
      <dsp:nvSpPr>
        <dsp:cNvPr id="0" name=""/>
        <dsp:cNvSpPr/>
      </dsp:nvSpPr>
      <dsp:spPr>
        <a:xfrm>
          <a:off x="1539812" y="370850"/>
          <a:ext cx="9734739" cy="988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system delivers Buy, Hold, Reduce, or Exit recommendations to optimize portfolio capital allocation and address underperformers early.</a:t>
          </a:r>
        </a:p>
      </dsp:txBody>
      <dsp:txXfrm>
        <a:off x="1539812" y="370850"/>
        <a:ext cx="9734739" cy="988961"/>
      </dsp:txXfrm>
    </dsp:sp>
    <dsp:sp modelId="{D5E725CE-3C47-431C-A745-988740A016BE}">
      <dsp:nvSpPr>
        <dsp:cNvPr id="0" name=""/>
        <dsp:cNvSpPr/>
      </dsp:nvSpPr>
      <dsp:spPr>
        <a:xfrm>
          <a:off x="0" y="1468597"/>
          <a:ext cx="1359812" cy="135981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rcRect l="25357" r="6896" b="5"/>
          <a:stretch/>
        </a:blipFill>
        <a:ln>
          <a:noFill/>
        </a:ln>
        <a:effectLst/>
      </dsp:spPr>
      <dsp:style>
        <a:lnRef idx="0">
          <a:scrgbClr r="0" g="0" b="0"/>
        </a:lnRef>
        <a:fillRef idx="3">
          <a:scrgbClr r="0" g="0" b="0"/>
        </a:fillRef>
        <a:effectRef idx="2">
          <a:scrgbClr r="0" g="0" b="0"/>
        </a:effectRef>
        <a:fontRef idx="minor">
          <a:schemeClr val="lt1"/>
        </a:fontRef>
      </dsp:style>
    </dsp:sp>
    <dsp:sp modelId="{BA3991F9-FC19-42E8-8249-27AEB9543543}">
      <dsp:nvSpPr>
        <dsp:cNvPr id="0" name=""/>
        <dsp:cNvSpPr/>
      </dsp:nvSpPr>
      <dsp:spPr>
        <a:xfrm>
          <a:off x="1539812" y="1468597"/>
          <a:ext cx="9734739" cy="370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Systematic Stock Discovery</a:t>
          </a:r>
        </a:p>
      </dsp:txBody>
      <dsp:txXfrm>
        <a:off x="1539812" y="1468597"/>
        <a:ext cx="9734739" cy="370850"/>
      </dsp:txXfrm>
    </dsp:sp>
    <dsp:sp modelId="{7FD621BB-479E-4F37-A89E-BB47A37C503A}">
      <dsp:nvSpPr>
        <dsp:cNvPr id="0" name=""/>
        <dsp:cNvSpPr/>
      </dsp:nvSpPr>
      <dsp:spPr>
        <a:xfrm>
          <a:off x="1539812" y="1839448"/>
          <a:ext cx="9734739" cy="988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It screens the market systematically to find high-quality stocks using fundamental, technical, and sentiment criteria, reducing emotional bias.</a:t>
          </a:r>
        </a:p>
      </dsp:txBody>
      <dsp:txXfrm>
        <a:off x="1539812" y="1839448"/>
        <a:ext cx="9734739" cy="988961"/>
      </dsp:txXfrm>
    </dsp:sp>
    <dsp:sp modelId="{DB7D90C2-453D-43E2-AE95-2505657DE563}">
      <dsp:nvSpPr>
        <dsp:cNvPr id="0" name=""/>
        <dsp:cNvSpPr/>
      </dsp:nvSpPr>
      <dsp:spPr>
        <a:xfrm>
          <a:off x="0" y="2937195"/>
          <a:ext cx="1359812" cy="1359812"/>
        </a:xfrm>
        <a:prstGeom prst="rect">
          <a:avLst/>
        </a:prstGeom>
        <a:blipFill>
          <a:blip xmlns:r="http://schemas.openxmlformats.org/officeDocument/2006/relationships" r:embed="rId3">
            <a:extLst>
              <a:ext uri="{28A0092B-C50C-407E-A947-70E740481C1C}">
                <a14:useLocalDpi xmlns:a14="http://schemas.microsoft.com/office/drawing/2010/main" val="0"/>
              </a:ext>
            </a:extLst>
          </a:blip>
          <a:srcRect l="14253" r="-13" b="-12"/>
          <a:stretch/>
        </a:blipFill>
        <a:ln>
          <a:noFill/>
        </a:ln>
        <a:effectLst/>
      </dsp:spPr>
      <dsp:style>
        <a:lnRef idx="0">
          <a:scrgbClr r="0" g="0" b="0"/>
        </a:lnRef>
        <a:fillRef idx="3">
          <a:scrgbClr r="0" g="0" b="0"/>
        </a:fillRef>
        <a:effectRef idx="2">
          <a:scrgbClr r="0" g="0" b="0"/>
        </a:effectRef>
        <a:fontRef idx="minor">
          <a:schemeClr val="lt1"/>
        </a:fontRef>
      </dsp:style>
    </dsp:sp>
    <dsp:sp modelId="{0EDE00A4-8902-40B4-A80B-A7D2565C71EB}">
      <dsp:nvSpPr>
        <dsp:cNvPr id="0" name=""/>
        <dsp:cNvSpPr/>
      </dsp:nvSpPr>
      <dsp:spPr>
        <a:xfrm>
          <a:off x="1539812" y="2937195"/>
          <a:ext cx="9734739" cy="370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Portfolio Balance and Optimization</a:t>
          </a:r>
        </a:p>
      </dsp:txBody>
      <dsp:txXfrm>
        <a:off x="1539812" y="2937195"/>
        <a:ext cx="9734739" cy="370850"/>
      </dsp:txXfrm>
    </dsp:sp>
    <dsp:sp modelId="{1B199BBC-2A63-44AA-AE95-FBF45E2E818A}">
      <dsp:nvSpPr>
        <dsp:cNvPr id="0" name=""/>
        <dsp:cNvSpPr/>
      </dsp:nvSpPr>
      <dsp:spPr>
        <a:xfrm>
          <a:off x="1539812" y="3308046"/>
          <a:ext cx="9734739" cy="9889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Focuses on diversification, sector control, correlation management, and risk-adjusted returns to optimize portfolio performance holistically.</a:t>
          </a:r>
        </a:p>
      </dsp:txBody>
      <dsp:txXfrm>
        <a:off x="1539812" y="3308046"/>
        <a:ext cx="9734739" cy="988961"/>
      </dsp:txXfrm>
    </dsp:sp>
  </dsp:spTree>
</dsp:drawing>
</file>

<file path=ppt/diagrams/layout_A03_61B0C10.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_A03_61B0C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_0_53747E0.xml.rels><?xml version="1.0" encoding="UTF-8" standalone="yes"?>
<Relationships xmlns="http://schemas.openxmlformats.org/package/2006/relationships"><Relationship Id="rId1" Type="http://schemas.openxmlformats.org/officeDocument/2006/relationships/theme" Target="../theme/theme_0_53747E0.xml"/></Relationships>
</file>

<file path=ppt/notesMasters/notesMaster_0_53747E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E011D-01EE-4EE2-A250-F0156485E543}"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A84EB6-C220-4234-A98F-33B91A2D2F01}" type="slidenum">
              <a:t/>
            </a:fld>
            <a:endParaRPr lang="en-US"/>
          </a:p>
        </p:txBody>
      </p:sp>
    </p:spTree>
    <p:extLst>
      <p:ext uri="{BB962C8B-B14F-4D97-AF65-F5344CB8AC3E}">
        <p14:creationId xmlns:p14="http://schemas.microsoft.com/office/powerpoint/2010/main" val="87508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41D8A2AD.xml.rels><?xml version="1.0" encoding="UTF-8" standalone="yes"?>
<Relationships xmlns="http://schemas.openxmlformats.org/package/2006/relationships"><Relationship Id="rId2" Type="http://schemas.openxmlformats.org/officeDocument/2006/relationships/slide" Target="../slides/slide_A0A_41D8A2AD.xml"/><Relationship Id="rId1" Type="http://schemas.openxmlformats.org/officeDocument/2006/relationships/notesMaster" Target="../notesMasters/notesMaster_0_53747E0.xml"/></Relationships>
</file>

<file path=ppt/notesSlides/_rels/notesSlide_A0B_11967EB5.xml.rels><?xml version="1.0" encoding="UTF-8" standalone="yes"?>
<Relationships xmlns="http://schemas.openxmlformats.org/package/2006/relationships"><Relationship Id="rId2" Type="http://schemas.openxmlformats.org/officeDocument/2006/relationships/slide" Target="../slides/slide_A0B_11967EB5.xml"/><Relationship Id="rId1" Type="http://schemas.openxmlformats.org/officeDocument/2006/relationships/notesMaster" Target="../notesMasters/notesMaster_0_53747E0.xml"/></Relationships>
</file>

<file path=ppt/notesSlides/_rels/notesSlide_A0C_AA87E9F4.xml.rels><?xml version="1.0" encoding="UTF-8" standalone="yes"?>
<Relationships xmlns="http://schemas.openxmlformats.org/package/2006/relationships"><Relationship Id="rId2" Type="http://schemas.openxmlformats.org/officeDocument/2006/relationships/slide" Target="../slides/slide_A0C_AA87E9F4.xml"/><Relationship Id="rId1" Type="http://schemas.openxmlformats.org/officeDocument/2006/relationships/notesMaster" Target="../notesMasters/notesMaster_0_53747E0.xml"/></Relationships>
</file>

<file path=ppt/notesSlides/_rels/notesSlide_A0D_95CAD45D.xml.rels><?xml version="1.0" encoding="UTF-8" standalone="yes"?>
<Relationships xmlns="http://schemas.openxmlformats.org/package/2006/relationships"><Relationship Id="rId2" Type="http://schemas.openxmlformats.org/officeDocument/2006/relationships/slide" Target="../slides/slide_A0D_95CAD45D.xml"/><Relationship Id="rId1" Type="http://schemas.openxmlformats.org/officeDocument/2006/relationships/notesMaster" Target="../notesMasters/notesMaster_0_53747E0.xml"/></Relationships>
</file>

<file path=ppt/notesSlides/_rels/notesSlide_A0E_AF21B120.xml.rels><?xml version="1.0" encoding="UTF-8" standalone="yes"?>
<Relationships xmlns="http://schemas.openxmlformats.org/package/2006/relationships"><Relationship Id="rId2" Type="http://schemas.openxmlformats.org/officeDocument/2006/relationships/slide" Target="../slides/slide_A0E_AF21B120.xml"/><Relationship Id="rId1" Type="http://schemas.openxmlformats.org/officeDocument/2006/relationships/notesMaster" Target="../notesMasters/notesMaster_0_53747E0.xml"/></Relationships>
</file>

<file path=ppt/notesSlides/_rels/notesSlide_A0F_80534B74.xml.rels><?xml version="1.0" encoding="UTF-8" standalone="yes"?>
<Relationships xmlns="http://schemas.openxmlformats.org/package/2006/relationships"><Relationship Id="rId2" Type="http://schemas.openxmlformats.org/officeDocument/2006/relationships/slide" Target="../slides/slide_A0F_80534B74.xml"/><Relationship Id="rId1" Type="http://schemas.openxmlformats.org/officeDocument/2006/relationships/notesMaster" Target="../notesMasters/notesMaster_0_53747E0.xml"/></Relationships>
</file>

<file path=ppt/notesSlides/_rels/notesSlide_A01_CE47072D.xml.rels><?xml version="1.0" encoding="UTF-8" standalone="yes"?>
<Relationships xmlns="http://schemas.openxmlformats.org/package/2006/relationships"><Relationship Id="rId2" Type="http://schemas.openxmlformats.org/officeDocument/2006/relationships/slide" Target="../slides/slide_A01_CE47072D.xml"/><Relationship Id="rId1" Type="http://schemas.openxmlformats.org/officeDocument/2006/relationships/notesMaster" Target="../notesMasters/notesMaster_0_53747E0.xml"/></Relationships>
</file>

<file path=ppt/notesSlides/_rels/notesSlide_A02_C0638131.xml.rels><?xml version="1.0" encoding="UTF-8" standalone="yes"?>
<Relationships xmlns="http://schemas.openxmlformats.org/package/2006/relationships"><Relationship Id="rId2" Type="http://schemas.openxmlformats.org/officeDocument/2006/relationships/slide" Target="../slides/slide_A02_C0638131.xml"/><Relationship Id="rId1" Type="http://schemas.openxmlformats.org/officeDocument/2006/relationships/notesMaster" Target="../notesMasters/notesMaster_0_53747E0.xml"/></Relationships>
</file>

<file path=ppt/notesSlides/_rels/notesSlide_A03_61B0C10.xml.rels><?xml version="1.0" encoding="UTF-8" standalone="yes"?>
<Relationships xmlns="http://schemas.openxmlformats.org/package/2006/relationships"><Relationship Id="rId2" Type="http://schemas.openxmlformats.org/officeDocument/2006/relationships/slide" Target="../slides/slide_A03_61B0C10.xml"/><Relationship Id="rId1" Type="http://schemas.openxmlformats.org/officeDocument/2006/relationships/notesMaster" Target="../notesMasters/notesMaster_0_53747E0.xml"/></Relationships>
</file>

<file path=ppt/notesSlides/_rels/notesSlide_A04_9B3CE8B9.xml.rels><?xml version="1.0" encoding="UTF-8" standalone="yes"?>
<Relationships xmlns="http://schemas.openxmlformats.org/package/2006/relationships"><Relationship Id="rId2" Type="http://schemas.openxmlformats.org/officeDocument/2006/relationships/slide" Target="../slides/slide_A04_9B3CE8B9.xml"/><Relationship Id="rId1" Type="http://schemas.openxmlformats.org/officeDocument/2006/relationships/notesMaster" Target="../notesMasters/notesMaster_0_53747E0.xml"/></Relationships>
</file>

<file path=ppt/notesSlides/_rels/notesSlide_A05_21587B78.xml.rels><?xml version="1.0" encoding="UTF-8" standalone="yes"?>
<Relationships xmlns="http://schemas.openxmlformats.org/package/2006/relationships"><Relationship Id="rId2" Type="http://schemas.openxmlformats.org/officeDocument/2006/relationships/slide" Target="../slides/slide_A05_21587B78.xml"/><Relationship Id="rId1" Type="http://schemas.openxmlformats.org/officeDocument/2006/relationships/notesMaster" Target="../notesMasters/notesMaster_0_53747E0.xml"/></Relationships>
</file>

<file path=ppt/notesSlides/_rels/notesSlide_A06_99F6A846.xml.rels><?xml version="1.0" encoding="UTF-8" standalone="yes"?>
<Relationships xmlns="http://schemas.openxmlformats.org/package/2006/relationships"><Relationship Id="rId2" Type="http://schemas.openxmlformats.org/officeDocument/2006/relationships/slide" Target="../slides/slide_A06_99F6A846.xml"/><Relationship Id="rId1" Type="http://schemas.openxmlformats.org/officeDocument/2006/relationships/notesMaster" Target="../notesMasters/notesMaster_0_53747E0.xml"/></Relationships>
</file>

<file path=ppt/notesSlides/_rels/notesSlide_A07_ABB87E25.xml.rels><?xml version="1.0" encoding="UTF-8" standalone="yes"?>
<Relationships xmlns="http://schemas.openxmlformats.org/package/2006/relationships"><Relationship Id="rId2" Type="http://schemas.openxmlformats.org/officeDocument/2006/relationships/slide" Target="../slides/slide_A07_ABB87E25.xml"/><Relationship Id="rId1" Type="http://schemas.openxmlformats.org/officeDocument/2006/relationships/notesMaster" Target="../notesMasters/notesMaster_0_53747E0.xml"/></Relationships>
</file>

<file path=ppt/notesSlides/_rels/notesSlide_A08_1DABCC5F.xml.rels><?xml version="1.0" encoding="UTF-8" standalone="yes"?>
<Relationships xmlns="http://schemas.openxmlformats.org/package/2006/relationships"><Relationship Id="rId2" Type="http://schemas.openxmlformats.org/officeDocument/2006/relationships/slide" Target="../slides/slide_A08_1DABCC5F.xml"/><Relationship Id="rId1" Type="http://schemas.openxmlformats.org/officeDocument/2006/relationships/notesMaster" Target="../notesMasters/notesMaster_0_53747E0.xml"/></Relationships>
</file>

<file path=ppt/notesSlides/_rels/notesSlide_A09_AA53F79.xml.rels><?xml version="1.0" encoding="UTF-8" standalone="yes"?>
<Relationships xmlns="http://schemas.openxmlformats.org/package/2006/relationships"><Relationship Id="rId2" Type="http://schemas.openxmlformats.org/officeDocument/2006/relationships/slide" Target="../slides/slide_A09_AA53F79.xml"/><Relationship Id="rId1" Type="http://schemas.openxmlformats.org/officeDocument/2006/relationships/notesMaster" Target="../notesMasters/notesMaster_0_53747E0.xml"/></Relationships>
</file>

<file path=ppt/notesSlides/_rels/notesSlide_A10_C99417CD.xml.rels><?xml version="1.0" encoding="UTF-8" standalone="yes"?>
<Relationships xmlns="http://schemas.openxmlformats.org/package/2006/relationships"><Relationship Id="rId2" Type="http://schemas.openxmlformats.org/officeDocument/2006/relationships/slide" Target="../slides/slide_A10_C99417CD.xml"/><Relationship Id="rId1" Type="http://schemas.openxmlformats.org/officeDocument/2006/relationships/notesMaster" Target="../notesMasters/notesMaster_0_53747E0.xml"/></Relationships>
</file>

<file path=ppt/notesSlides/_rels/notesSlide_A11_868B699E.xml.rels><?xml version="1.0" encoding="UTF-8" standalone="yes"?>
<Relationships xmlns="http://schemas.openxmlformats.org/package/2006/relationships"><Relationship Id="rId2" Type="http://schemas.openxmlformats.org/officeDocument/2006/relationships/slide" Target="../slides/slide_A11_868B699E.xml"/><Relationship Id="rId1" Type="http://schemas.openxmlformats.org/officeDocument/2006/relationships/notesMaster" Target="../notesMasters/notesMaster_0_53747E0.xml"/></Relationships>
</file>

<file path=ppt/notesSlides/_rels/notesSlide_A12_7858606E.xml.rels><?xml version="1.0" encoding="UTF-8" standalone="yes"?>
<Relationships xmlns="http://schemas.openxmlformats.org/package/2006/relationships"><Relationship Id="rId2" Type="http://schemas.openxmlformats.org/officeDocument/2006/relationships/slide" Target="../slides/slide_A12_7858606E.xml"/><Relationship Id="rId1" Type="http://schemas.openxmlformats.org/officeDocument/2006/relationships/notesMaster" Target="../notesMasters/notesMaster_0_53747E0.xml"/></Relationships>
</file>

<file path=ppt/notesSlides/_rels/notesSlide_A13_7E93F300.xml.rels><?xml version="1.0" encoding="UTF-8" standalone="yes"?>
<Relationships xmlns="http://schemas.openxmlformats.org/package/2006/relationships"><Relationship Id="rId2" Type="http://schemas.openxmlformats.org/officeDocument/2006/relationships/slide" Target="../slides/slide_A13_7E93F300.xml"/><Relationship Id="rId1" Type="http://schemas.openxmlformats.org/officeDocument/2006/relationships/notesMaster" Target="../notesMasters/notesMaster_0_53747E0.xml"/></Relationships>
</file>

<file path=ppt/notesSlides/_rels/notesSlide_A14_BAF45777.xml.rels><?xml version="1.0" encoding="UTF-8" standalone="yes"?>
<Relationships xmlns="http://schemas.openxmlformats.org/package/2006/relationships"><Relationship Id="rId2" Type="http://schemas.openxmlformats.org/officeDocument/2006/relationships/slide" Target="../slides/slide_A14_BAF45777.xml"/><Relationship Id="rId1" Type="http://schemas.openxmlformats.org/officeDocument/2006/relationships/notesMaster" Target="../notesMasters/notesMaster_0_53747E0.xml"/></Relationships>
</file>

<file path=ppt/notesSlides/_rels/notesSlide_A15_40B71709.xml.rels><?xml version="1.0" encoding="UTF-8" standalone="yes"?>
<Relationships xmlns="http://schemas.openxmlformats.org/package/2006/relationships"><Relationship Id="rId2" Type="http://schemas.openxmlformats.org/officeDocument/2006/relationships/slide" Target="../slides/slide_A15_40B71709.xml"/><Relationship Id="rId1" Type="http://schemas.openxmlformats.org/officeDocument/2006/relationships/notesMaster" Target="../notesMasters/notesMaster_0_53747E0.xml"/></Relationships>
</file>

<file path=ppt/notesSlides/notesSlide_A0A_41D8A2A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 3 Metrics: Market Confidence and Narrative</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764503823"/>
      </p:ext>
    </p:extLst>
  </p:cSld>
  <p:clrMapOvr>
    <a:masterClrMapping/>
  </p:clrMapOvr>
</p:notes>
</file>

<file path=ppt/notesSlides/notesSlide_A0B_11967EB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Sentiment and News layer refines conviction by analyzing how the broader market perceives a stock and whether that perception is improving or deteriorating. Earnings surprise trends reveal management’s ability to consistently outperform expectations. Insider buying or selling provides insight into internal confidence levels, while analyst upgrades, downgrades, and price target changes reflect evolving external views. News sentiment scoring, derived from recent headlines and corporate announcements, captures shifts in narrative that may not yet be reflected in price. Changes in institutional ownership signal long-term capital flows and validation from large investors. Importantly, this layer does not override fundamental or technical decisions; instead, it influences position sizing, monitoring intensity, and confidence levels. This separation prevents short-term noise from derailing sound long-term strategies while still acknowledging the impact of market psychology.</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4215881179"/>
      </p:ext>
    </p:extLst>
  </p:cSld>
  <p:clrMapOvr>
    <a:masterClrMapping/>
  </p:clrMapOvr>
</p:notes>
</file>

<file path=ppt/notesSlides/notesSlide_A0C_AA87E9F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Weighted Scorecards and Overall Stock Score</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3245406279"/>
      </p:ext>
    </p:extLst>
  </p:cSld>
  <p:clrMapOvr>
    <a:masterClrMapping/>
  </p:clrMapOvr>
</p:notes>
</file>

<file path=ppt/notesSlides/notesSlide_A0D_95CAD45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consolidates its 30 metrics into five distinct scorecards: Fundamental Health, Valuation, Technical Momentum, Sentiment and News, and Risk. Each scorecard contributes a predefined weight to the Overall Stock Score, ensuring balanced decision-making. Fundamentals and valuation together account for more than half of the total score, reinforcing the system’s long-term orientation. Technical momentum and sentiment provide tactical refinement, while the risk score penalizes excessive leverage, volatility, or concentration. The resulting Overall Stock Score maps directly to clear, predefined recommendations ranging from Strong Buy to Exit. This quantitative translation of complex, multi-dimensional analysis improves consistency, transparency, and auditability, allowing users to understand not just what the recommendation is, but why it was generated.</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047367228"/>
      </p:ext>
    </p:extLst>
  </p:cSld>
  <p:clrMapOvr>
    <a:masterClrMapping/>
  </p:clrMapOvr>
</p:notes>
</file>

<file path=ppt/notesSlides/notesSlide_A0E_AF21B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Per-Stock and Portfolio-Level Decision Logic</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2117450048"/>
      </p:ext>
    </p:extLst>
  </p:cSld>
  <p:clrMapOvr>
    <a:masterClrMapping/>
  </p:clrMapOvr>
</p:notes>
</file>

<file path=ppt/notesSlides/notesSlide_A0F_80534B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Decision matrices operationalize the framework by translating combinations of fundamental, technical, and sentiment signals into concrete actions. For individual stocks, the matrix distinguishes between existing holdings and new candidates, ensuring that portfolio inertia does not bias decisions. Strong fundamentals combined with favorable technicals and sentiment lead to aggressive accumulation, while mixed signals trigger holds, reduced position sizing, or watchlist status. Weak fundamentals result in exits regardless of short-term technical strength. At the portfolio level, separate matrices evaluate sector drift, inter-stock correlation, portfolio beta, and Sharpe ratio impact. These rules guide rebalancing actions such as trimming overweight sectors, replacing highly correlated holdings, or adding defensive assets during periods of elevated risk. Together, these matrices enforce discipline and alignment with portfolio-level objectives.</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944410924"/>
      </p:ext>
    </p:extLst>
  </p:cSld>
  <p:clrMapOvr>
    <a:masterClrMapping/>
  </p:clrMapOvr>
</p:notes>
</file>

<file path=ppt/notesSlides/notesSlide_A01_CE47072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3132922413"/>
      </p:ext>
    </p:extLst>
  </p:cSld>
  <p:clrMapOvr>
    <a:masterClrMapping/>
  </p:clrMapOvr>
</p:notes>
</file>

<file path=ppt/notesSlides/notesSlide_A02_C0638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Purpose and Strategic Goals of the Portfolio Analysis System</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3683562233"/>
      </p:ext>
    </p:extLst>
  </p:cSld>
  <p:clrMapOvr>
    <a:masterClrMapping/>
  </p:clrMapOvr>
</p:notes>
</file>

<file path=ppt/notesSlides/notesSlide_A03_61B0C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Portfolio Analysis System is designed as a long-term, AI-powered investment decision support platform that continuously evaluates both individual stocks and the portfolio as a whole. Its primary purpose is to move beyond static, one-time analysis and instead provide an adaptive, rules-driven framework that evolves with market conditions. The system is anchored around three clearly defined strategic goals. The first goal focuses on generating actionable recommendations—Buy, Hold, Reduce, or Exit—for stocks that already exist in an investor’s portfolio, ensuring capital is allocated efficiently and underperformers are addressed early. The second goal is systematic new stock discovery, where the system screens the broader market universe to identify high-quality businesses that meet predefined fundamental, technical, and sentiment criteria, reducing reliance on ad hoc tips or emotional decisions. The third goal addresses portfolio-level balance and optimization, emphasizing diversification, sector exposure control, correlation management, and risk-adjusted returns rather than isolated stock performance. Together, these goals ensure that decision-making remains disciplined, repeatable, and aligned with long-term wealth creation. By integrating stock-level analysis with portfolio context, the system avoids common pitfalls such as overconcentration in popular sectors, chasing momentum without fundamentals, or holding onto broken investment theses. This overview sets the foundation for understanding why each subsequent layer, metric, and rule exists within the framework.</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122304064"/>
      </p:ext>
    </p:extLst>
  </p:cSld>
  <p:clrMapOvr>
    <a:masterClrMapping/>
  </p:clrMapOvr>
</p:notes>
</file>

<file path=ppt/notesSlides/notesSlide_A04_9B3CE8B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Three-Layer Investment Decision Framework</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475751223"/>
      </p:ext>
    </p:extLst>
  </p:cSld>
  <p:clrMapOvr>
    <a:masterClrMapping/>
  </p:clrMapOvr>
</p:notes>
</file>

<file path=ppt/notesSlides/notesSlide_A05_21587B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system’s decision framework is intentionally structured into three sequential analytical layers, each answering a distinct investment question and building logically on the previous one. Layer 1, the Business Filter, evaluates whether a company is fundamentally sound and worthy of ownership at all, focusing on revenue quality, profitability, capital efficiency, balance sheet strength, and sector positioning. This layer acts as a hard gate: if a stock fails here, no amount of technical strength or positive news can justify an investment. Layer 2, the Timing Filter, addresses the question of when and how much to invest by analyzing technical indicators such as trend strength, momentum, volatility, and risk metrics. This prevents investors from overpaying for great businesses during unfavorable market phases. Layer 3, the Conviction Filter, incorporates sentiment, analyst behavior, insider activity, and news flow to calibrate confidence and position sizing rather than changing the core buy or sell direction. For portfolio-level decisions, an additional overlay evaluates how each action impacts diversification, sector exposure, correlation, beta, and Sharpe ratio. This layered approach mirrors how experienced investors think, translating qualitative judgment into a structured, automatable system.</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4064600041"/>
      </p:ext>
    </p:extLst>
  </p:cSld>
  <p:clrMapOvr>
    <a:masterClrMapping/>
  </p:clrMapOvr>
</p:notes>
</file>

<file path=ppt/notesSlides/notesSlide_A06_99F6A8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 1 Metrics: Evaluating Business Quality</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247101408"/>
      </p:ext>
    </p:extLst>
  </p:cSld>
  <p:clrMapOvr>
    <a:masterClrMapping/>
  </p:clrMapOvr>
</p:notes>
</file>

<file path=ppt/notesSlides/notesSlide_A07_ABB87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Fundamentals layer is the most critical component of the system, as it determines whether a company qualifies as a viable long-term investment. Metrics such as revenue growth, free cash flow generation, and net profit margin trends assess the sustainability and quality of earnings. Valuation indicators like PEG ratio, P/E relative to sector median, and EV/EBITDA help distinguish between fairly priced growth and overhyped stocks. Capital efficiency measures, particularly Return on Invested Capital, indicate whether management is deploying capital productively. Balance sheet risk is captured through debt-to-equity ratios, ensuring leverage remains within acceptable limits. India-specific metrics, including promoter holding trends and promoter pledge percentages, provide critical governance and risk signals unique to the local market. Sector classification further contextualizes expectations by distinguishing between cyclical and defensive businesses. Collectively, these metrics ensure that only companies with durable business models, reasonable valuations, and acceptable governance standards pass the first gate of the system.</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276590479"/>
      </p:ext>
    </p:extLst>
  </p:cSld>
  <p:clrMapOvr>
    <a:masterClrMapping/>
  </p:clrMapOvr>
</p:notes>
</file>

<file path=ppt/notesSlides/notesSlide_A08_1DABCC5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Layer 2 Metrics: Timing, Momentum, and Risk</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2152734581"/>
      </p:ext>
    </p:extLst>
  </p:cSld>
  <p:clrMapOvr>
    <a:masterClrMapping/>
  </p:clrMapOvr>
</p:notes>
</file>

<file path=ppt/notesSlides/notesSlide_A09_AA53F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Technicals layer focuses on optimizing entry, exit, and position sizing decisions by analyzing price behavior and market dynamics. Indicators such as price relative to the 200-day moving average establish long-term trend direction, while RSI and MACD identify momentum shifts and overbought or oversold conditions. Volume analysis confirms the strength or weakness behind price moves. Beta measures sensitivity to market movements, helping control overall portfolio volatility. The 52-week momentum score contextualizes current price levels within a broader range, reducing the risk of buying into extended downtrends. Portfolio-specific technical metrics, including concentration percentage and stop-loss proximity, ensure that individual positions do not introduce disproportionate risk. By integrating these signals, the system avoids emotionally driven timing errors and enforces disciplined risk management, even for fundamentally strong companies.</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2652158878"/>
      </p:ext>
    </p:extLst>
  </p:cSld>
  <p:clrMapOvr>
    <a:masterClrMapping/>
  </p:clrMapOvr>
</p:notes>
</file>

<file path=ppt/notesSlides/notesSlide_A10_C99417C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Exit Rules and Capital Protection Mechanisms</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044524918"/>
      </p:ext>
    </p:extLst>
  </p:cSld>
  <p:clrMapOvr>
    <a:masterClrMapping/>
  </p:clrMapOvr>
</p:notes>
</file>

<file path=ppt/notesSlides/notesSlide_A11_868B699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Risk management is embedded through explicit, non-negotiable exit rules designed to protect capital and prevent small losses from becoming catastrophic. Stop-loss rules mandate exits when prices fall a defined percentage below the buy price, regardless of conviction. Thesis-based exits ensure that positions are closed when the original investment rationale no longer holds, even if the stock remains profitable. Overvaluation rules trigger partial trims when valuation and momentum simultaneously signal excess. Concentration and sector drift limits prevent unintended risk buildup as winners grow disproportionately large. By codifying these rules in advance, the system removes emotional bias from exit decisions and reinforces the principle that risk control is as important as return generation.</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1406721701"/>
      </p:ext>
    </p:extLst>
  </p:cSld>
  <p:clrMapOvr>
    <a:masterClrMapping/>
  </p:clrMapOvr>
</p:notes>
</file>

<file path=ppt/notesSlides/notesSlide_A12_7858606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Computability, Data Sources, and Automation Coverage</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3697305257"/>
      </p:ext>
    </p:extLst>
  </p:cSld>
  <p:clrMapOvr>
    <a:masterClrMapping/>
  </p:clrMapOvr>
</p:notes>
</file>

<file path=ppt/notesSlides/notesSlide_A13_7E93F3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is designed with automation in mind, leveraging free and publicly available data sources across the Indian equity market. Price and technical data are sourced from platforms such as Yahoo Finance and NSE India, while fundamentals and shareholding patterns rely heavily on Screener.in and BSE filings. News and sentiment inputs are derived from RSS feeds and processed using AI-based natural language analysis. Approximately 85 percent of the framework is fully automatable, with the remaining components requiring either external API integration or limited user judgment, such as thesis integrity assessments. This balance ensures scalability while preserving human oversight where qualitative context is essential.</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3859842780"/>
      </p:ext>
    </p:extLst>
  </p:cSld>
  <p:clrMapOvr>
    <a:masterClrMapping/>
  </p:clrMapOvr>
</p:notes>
</file>

<file path=ppt/notesSlides/notesSlide_A14_BAF457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Ongoing Sustainment and Core System Principles</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717170766"/>
      </p:ext>
    </p:extLst>
  </p:cSld>
  <p:clrMapOvr>
    <a:masterClrMapping/>
  </p:clrMapOvr>
</p:notes>
</file>

<file path=ppt/notesSlides/notesSlide_A15_40B717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To remain effective, the Portfolio Analysis System operates on a defined cadence that aligns analytical depth with market dynamics. Daily processes focus on price monitoring, stop-loss alerts, and news sentiment updates. Weekly routines refresh technical indicators, while monthly and quarterly cycles address fundamentals, insider activity, and full portfolio rebalancing. Underpinning these operations are core design principles: fundamentals determine what to own, technicals determine when to act, and sentiment determines conviction. Sector context is always applied, trends are prioritized over snapshots, and portfolio health takes precedence over individual stock appeal. These principles ensure that the system remains robust, adaptive, and aligned with long-term investment success.</a:t>
            </a:r>
          </a:p>
        </p:txBody>
      </p:sp>
      <p:sp>
        <p:nvSpPr>
          <p:cNvPr id="4" name="Slide Number Placeholder 3"/>
          <p:cNvSpPr>
            <a:spLocks noGrp="1"/>
          </p:cNvSpPr>
          <p:nvPr>
            <p:ph type="sldNum" sz="quarter" idx="5"/>
          </p:nvPr>
        </p:nvSpPr>
        <p:spPr/>
        <p:txBody>
          <a:bodyPr/>
          <a:lstStyle/>
          <a:p>
            <a:fld id="{13535FEE-4F6E-4B6A-849E-6761E3E32DC4}" type="slidenum">
              <a:t/>
            </a:fld>
            <a:endParaRPr lang="en-US"/>
          </a:p>
        </p:txBody>
      </p:sp>
    </p:spTree>
    <p:extLst>
      <p:ext uri="{BB962C8B-B14F-4D97-AF65-F5344CB8AC3E}">
        <p14:creationId xmlns:p14="http://schemas.microsoft.com/office/powerpoint/2010/main" val="2581880661"/>
      </p:ext>
    </p:extLst>
  </p:cSld>
  <p:clrMapOvr>
    <a:masterClrMapping/>
  </p:clrMapOvr>
</p:notes>
</file>

<file path=ppt/slideLayouts/_rels/slideLayout_8000000A_8948E1D6.xml.rels><?xml version="1.0" encoding="UTF-8" standalone="yes"?>
<Relationships xmlns="http://schemas.openxmlformats.org/package/2006/relationships"><Relationship Id="rId2" Type="http://schemas.openxmlformats.org/officeDocument/2006/relationships/image" Target="../media/image_B20E80A0.png"/><Relationship Id="rId1" Type="http://schemas.openxmlformats.org/officeDocument/2006/relationships/slideMaster" Target="../slideMasters/slideMaster_80000000_C4FE1C55.xml"/></Relationships>
</file>

<file path=ppt/slideLayouts/_rels/slideLayout_8000000B_2D1C84A8.xml.rels><?xml version="1.0" encoding="UTF-8" standalone="yes"?>
<Relationships xmlns="http://schemas.openxmlformats.org/package/2006/relationships"><Relationship Id="rId2" Type="http://schemas.openxmlformats.org/officeDocument/2006/relationships/image" Target="../media/image_B2D83C31.png"/><Relationship Id="rId1" Type="http://schemas.openxmlformats.org/officeDocument/2006/relationships/slideMaster" Target="../slideMasters/slideMaster_80000000_C4FE1C55.xml"/></Relationships>
</file>

<file path=ppt/slideLayouts/_rels/slideLayout_8000001A_3DC39CE0.xml.rels><?xml version="1.0" encoding="UTF-8" standalone="yes"?>
<Relationships xmlns="http://schemas.openxmlformats.org/package/2006/relationships"><Relationship Id="rId2" Type="http://schemas.openxmlformats.org/officeDocument/2006/relationships/image" Target="../media/image_CF381C88.png"/><Relationship Id="rId1" Type="http://schemas.openxmlformats.org/officeDocument/2006/relationships/slideMaster" Target="../slideMasters/slideMaster_80000000_C4FE1C55.xml"/></Relationships>
</file>

<file path=ppt/slideLayouts/_rels/slideLayout_8000001B_B9AFD8B0.xml.rels><?xml version="1.0" encoding="UTF-8" standalone="yes"?>
<Relationships xmlns="http://schemas.openxmlformats.org/package/2006/relationships"><Relationship Id="rId2" Type="http://schemas.openxmlformats.org/officeDocument/2006/relationships/image" Target="../media/image_D346D1C9.png"/><Relationship Id="rId1" Type="http://schemas.openxmlformats.org/officeDocument/2006/relationships/slideMaster" Target="../slideMasters/slideMaster_80000000_C4FE1C55.xml"/></Relationships>
</file>

<file path=ppt/slideLayouts/_rels/slideLayout_8000001C_8D01C588.xml.rels><?xml version="1.0" encoding="UTF-8" standalone="yes"?>
<Relationships xmlns="http://schemas.openxmlformats.org/package/2006/relationships"><Relationship Id="rId2" Type="http://schemas.openxmlformats.org/officeDocument/2006/relationships/image" Target="../media/image_FD3E1463.png"/><Relationship Id="rId1" Type="http://schemas.openxmlformats.org/officeDocument/2006/relationships/slideMaster" Target="../slideMasters/slideMaster_80000000_C4FE1C55.xml"/></Relationships>
</file>

<file path=ppt/slideLayouts/_rels/slideLayout_8000001D_80DF97FA.xml.rels><?xml version="1.0" encoding="UTF-8" standalone="yes"?>
<Relationships xmlns="http://schemas.openxmlformats.org/package/2006/relationships"><Relationship Id="rId2" Type="http://schemas.openxmlformats.org/officeDocument/2006/relationships/image" Target="../media/image_14170477.png"/><Relationship Id="rId1" Type="http://schemas.openxmlformats.org/officeDocument/2006/relationships/slideMaster" Target="../slideMasters/slideMaster_80000000_C4FE1C55.xml"/></Relationships>
</file>

<file path=ppt/slideLayouts/_rels/slideLayout_8000001E_692D9A50.xml.rels><?xml version="1.0" encoding="UTF-8" standalone="yes"?>
<Relationships xmlns="http://schemas.openxmlformats.org/package/2006/relationships"><Relationship Id="rId3" Type="http://schemas.openxmlformats.org/officeDocument/2006/relationships/image" Target="../media/image_428AE86A.png"/><Relationship Id="rId2" Type="http://schemas.openxmlformats.org/officeDocument/2006/relationships/image" Target="../media/image_A30BDCA4.png"/><Relationship Id="rId1" Type="http://schemas.openxmlformats.org/officeDocument/2006/relationships/slideMaster" Target="../slideMasters/slideMaster_80000000_C4FE1C55.xml"/><Relationship Id="rId4" Type="http://schemas.openxmlformats.org/officeDocument/2006/relationships/image" Target="../media/image_FD3E1463.png"/></Relationships>
</file>

<file path=ppt/slideLayouts/_rels/slideLayout_8000001F_EE7152B8.xml.rels><?xml version="1.0" encoding="UTF-8" standalone="yes"?>
<Relationships xmlns="http://schemas.openxmlformats.org/package/2006/relationships"><Relationship Id="rId2" Type="http://schemas.openxmlformats.org/officeDocument/2006/relationships/image" Target="../media/image_23032E3C.png"/><Relationship Id="rId1" Type="http://schemas.openxmlformats.org/officeDocument/2006/relationships/slideMaster" Target="../slideMasters/slideMaster_80000000_C4FE1C55.xml"/></Relationships>
</file>

<file path=ppt/slideLayouts/_rels/slideLayout_8000002A_AE327C5A.xml.rels><?xml version="1.0" encoding="UTF-8" standalone="yes"?>
<Relationships xmlns="http://schemas.openxmlformats.org/package/2006/relationships"><Relationship Id="rId2" Type="http://schemas.openxmlformats.org/officeDocument/2006/relationships/image" Target="../media/image_E6FC77.jpeg"/><Relationship Id="rId1" Type="http://schemas.openxmlformats.org/officeDocument/2006/relationships/slideMaster" Target="../slideMasters/slideMaster_80000000_C4FE1C55.xml"/></Relationships>
</file>

<file path=ppt/slideLayouts/_rels/slideLayout_8000002B_9B0BA0A8.xml.rels><?xml version="1.0" encoding="UTF-8" standalone="yes"?>
<Relationships xmlns="http://schemas.openxmlformats.org/package/2006/relationships"><Relationship Id="rId2" Type="http://schemas.openxmlformats.org/officeDocument/2006/relationships/image" Target="../media/image_C1656DFB.jpeg"/><Relationship Id="rId1" Type="http://schemas.openxmlformats.org/officeDocument/2006/relationships/slideMaster" Target="../slideMasters/slideMaster_80000000_C4FE1C55.xml"/></Relationships>
</file>

<file path=ppt/slideLayouts/_rels/slideLayout_8000002C_6254631C.xml.rels><?xml version="1.0" encoding="UTF-8" standalone="yes"?>
<Relationships xmlns="http://schemas.openxmlformats.org/package/2006/relationships"><Relationship Id="rId2" Type="http://schemas.openxmlformats.org/officeDocument/2006/relationships/image" Target="../media/image_C1656DFB.jpeg"/><Relationship Id="rId1" Type="http://schemas.openxmlformats.org/officeDocument/2006/relationships/slideMaster" Target="../slideMasters/slideMaster_80000000_C4FE1C55.xml"/></Relationships>
</file>

<file path=ppt/slideLayouts/_rels/slideLayout_8000002D_8ED734DF.xml.rels><?xml version="1.0" encoding="UTF-8" standalone="yes"?>
<Relationships xmlns="http://schemas.openxmlformats.org/package/2006/relationships"><Relationship Id="rId2" Type="http://schemas.openxmlformats.org/officeDocument/2006/relationships/image" Target="../media/image_3668B80E.jpeg"/><Relationship Id="rId1" Type="http://schemas.openxmlformats.org/officeDocument/2006/relationships/slideMaster" Target="../slideMasters/slideMaster_80000000_C4FE1C55.xml"/></Relationships>
</file>

<file path=ppt/slideLayouts/_rels/slideLayout_8000002E_62F9DFB0.xml.rels><?xml version="1.0" encoding="UTF-8" standalone="yes"?>
<Relationships xmlns="http://schemas.openxmlformats.org/package/2006/relationships"><Relationship Id="rId3" Type="http://schemas.openxmlformats.org/officeDocument/2006/relationships/image" Target="../media/image_FD3E1463.png"/><Relationship Id="rId2" Type="http://schemas.openxmlformats.org/officeDocument/2006/relationships/image" Target="../media/image_3668B80E.jpeg"/><Relationship Id="rId1" Type="http://schemas.openxmlformats.org/officeDocument/2006/relationships/slideMaster" Target="../slideMasters/slideMaster_80000000_C4FE1C55.xml"/></Relationships>
</file>

<file path=ppt/slideLayouts/_rels/slideLayout_8000002F_82730073.xml.rels><?xml version="1.0" encoding="UTF-8" standalone="yes"?>
<Relationships xmlns="http://schemas.openxmlformats.org/package/2006/relationships"><Relationship Id="rId3" Type="http://schemas.openxmlformats.org/officeDocument/2006/relationships/image" Target="../media/image_23032E3C.png"/><Relationship Id="rId2" Type="http://schemas.openxmlformats.org/officeDocument/2006/relationships/image" Target="../media/image_3668B80E.jpeg"/><Relationship Id="rId1" Type="http://schemas.openxmlformats.org/officeDocument/2006/relationships/slideMaster" Target="../slideMasters/slideMaster_80000000_C4FE1C55.xml"/><Relationship Id="rId4" Type="http://schemas.openxmlformats.org/officeDocument/2006/relationships/image" Target="../media/image_453B19F4.png"/></Relationships>
</file>

<file path=ppt/slideLayouts/_rels/slideLayout_8000003A_AEF339DD.xml.rels><?xml version="1.0" encoding="UTF-8" standalone="yes"?>
<Relationships xmlns="http://schemas.openxmlformats.org/package/2006/relationships"><Relationship Id="rId2" Type="http://schemas.openxmlformats.org/officeDocument/2006/relationships/image" Target="../media/image_2BD5476F.png"/><Relationship Id="rId1" Type="http://schemas.openxmlformats.org/officeDocument/2006/relationships/slideMaster" Target="../slideMasters/slideMaster_80000000_C4FE1C55.xml"/></Relationships>
</file>

<file path=ppt/slideLayouts/_rels/slideLayout_8000003B_702CC625.xml.rels><?xml version="1.0" encoding="UTF-8" standalone="yes"?>
<Relationships xmlns="http://schemas.openxmlformats.org/package/2006/relationships"><Relationship Id="rId2" Type="http://schemas.openxmlformats.org/officeDocument/2006/relationships/image" Target="../media/image_B20E80A0.png"/><Relationship Id="rId1" Type="http://schemas.openxmlformats.org/officeDocument/2006/relationships/slideMaster" Target="../slideMasters/slideMaster_80000000_C4FE1C55.xml"/></Relationships>
</file>

<file path=ppt/slideLayouts/_rels/slideLayout_8000003C_84F35A0A.xml.rels><?xml version="1.0" encoding="UTF-8" standalone="yes"?>
<Relationships xmlns="http://schemas.openxmlformats.org/package/2006/relationships"><Relationship Id="rId3" Type="http://schemas.openxmlformats.org/officeDocument/2006/relationships/image" Target="../media/image_B2D83C31.png"/><Relationship Id="rId2" Type="http://schemas.openxmlformats.org/officeDocument/2006/relationships/image" Target="../media/image_23032E3C.png"/><Relationship Id="rId1" Type="http://schemas.openxmlformats.org/officeDocument/2006/relationships/slideMaster" Target="../slideMasters/slideMaster_80000000_C4FE1C55.xml"/></Relationships>
</file>

<file path=ppt/slideLayouts/_rels/slideLayout_8000003D_F7BCE3E6.xml.rels><?xml version="1.0" encoding="UTF-8" standalone="yes"?>
<Relationships xmlns="http://schemas.openxmlformats.org/package/2006/relationships"><Relationship Id="rId2" Type="http://schemas.openxmlformats.org/officeDocument/2006/relationships/image" Target="../media/image_CE78D093.png"/><Relationship Id="rId1" Type="http://schemas.openxmlformats.org/officeDocument/2006/relationships/slideMaster" Target="../slideMasters/slideMaster_80000000_C4FE1C55.xml"/></Relationships>
</file>

<file path=ppt/slideLayouts/_rels/slideLayout_8000003E_6B53EED0.xml.rels><?xml version="1.0" encoding="UTF-8" standalone="yes"?>
<Relationships xmlns="http://schemas.openxmlformats.org/package/2006/relationships"><Relationship Id="rId2" Type="http://schemas.openxmlformats.org/officeDocument/2006/relationships/image" Target="../media/image_B2D83C31.png"/><Relationship Id="rId1" Type="http://schemas.openxmlformats.org/officeDocument/2006/relationships/slideMaster" Target="../slideMasters/slideMaster_80000000_C4FE1C55.xml"/></Relationships>
</file>

<file path=ppt/slideLayouts/_rels/slideLayout_8000003F_F971DAD5.xml.rels><?xml version="1.0" encoding="UTF-8" standalone="yes"?>
<Relationships xmlns="http://schemas.openxmlformats.org/package/2006/relationships"><Relationship Id="rId2" Type="http://schemas.openxmlformats.org/officeDocument/2006/relationships/image" Target="../media/image_428AE86A.png"/><Relationship Id="rId1" Type="http://schemas.openxmlformats.org/officeDocument/2006/relationships/slideMaster" Target="../slideMasters/slideMaster_80000000_C4FE1C55.xml"/></Relationships>
</file>

<file path=ppt/slideLayouts/_rels/slideLayout_80000001_7EDC790F.xml.rels><?xml version="1.0" encoding="UTF-8" standalone="yes"?>
<Relationships xmlns="http://schemas.openxmlformats.org/package/2006/relationships"><Relationship Id="rId2" Type="http://schemas.openxmlformats.org/officeDocument/2006/relationships/image" Target="../media/image_EDF77D46.png"/><Relationship Id="rId1" Type="http://schemas.openxmlformats.org/officeDocument/2006/relationships/slideMaster" Target="../slideMasters/slideMaster_80000000_C4FE1C55.xml"/></Relationships>
</file>

<file path=ppt/slideLayouts/_rels/slideLayout_80000002_E80A4B9C.xml.rels><?xml version="1.0" encoding="UTF-8" standalone="yes"?>
<Relationships xmlns="http://schemas.openxmlformats.org/package/2006/relationships"><Relationship Id="rId1" Type="http://schemas.openxmlformats.org/officeDocument/2006/relationships/slideMaster" Target="../slideMasters/slideMaster_80000000_C4FE1C55.xml"/></Relationships>
</file>

<file path=ppt/slideLayouts/_rels/slideLayout_80000003_A6AD11EB.xml.rels><?xml version="1.0" encoding="UTF-8" standalone="yes"?>
<Relationships xmlns="http://schemas.openxmlformats.org/package/2006/relationships"><Relationship Id="rId2" Type="http://schemas.openxmlformats.org/officeDocument/2006/relationships/image" Target="../media/image_D82AA3EC.jpeg"/><Relationship Id="rId1" Type="http://schemas.openxmlformats.org/officeDocument/2006/relationships/slideMaster" Target="../slideMasters/slideMaster_80000000_C4FE1C55.xml"/></Relationships>
</file>

<file path=ppt/slideLayouts/_rels/slideLayout_80000004_A063AC07.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05_A7BF95E2.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06_8C1A67E5.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07_51A948EB.xml.rels><?xml version="1.0" encoding="UTF-8" standalone="yes"?>
<Relationships xmlns="http://schemas.openxmlformats.org/package/2006/relationships"><Relationship Id="rId2" Type="http://schemas.openxmlformats.org/officeDocument/2006/relationships/image" Target="../media/image_D346D1C9.png"/><Relationship Id="rId1" Type="http://schemas.openxmlformats.org/officeDocument/2006/relationships/slideMaster" Target="../slideMasters/slideMaster_80000000_C4FE1C55.xml"/></Relationships>
</file>

<file path=ppt/slideLayouts/_rels/slideLayout_80000008_6E7786EC.xml.rels><?xml version="1.0" encoding="UTF-8" standalone="yes"?>
<Relationships xmlns="http://schemas.openxmlformats.org/package/2006/relationships"><Relationship Id="rId2" Type="http://schemas.openxmlformats.org/officeDocument/2006/relationships/image" Target="../media/image_D346D1C9.png"/><Relationship Id="rId1" Type="http://schemas.openxmlformats.org/officeDocument/2006/relationships/slideMaster" Target="../slideMasters/slideMaster_80000000_C4FE1C55.xml"/></Relationships>
</file>

<file path=ppt/slideLayouts/_rels/slideLayout_80000009_891E151E.xml.rels><?xml version="1.0" encoding="UTF-8" standalone="yes"?>
<Relationships xmlns="http://schemas.openxmlformats.org/package/2006/relationships"><Relationship Id="rId2" Type="http://schemas.openxmlformats.org/officeDocument/2006/relationships/image" Target="../media/image_96E265A0.png"/><Relationship Id="rId1" Type="http://schemas.openxmlformats.org/officeDocument/2006/relationships/slideMaster" Target="../slideMasters/slideMaster_80000000_C4FE1C55.xml"/></Relationships>
</file>

<file path=ppt/slideLayouts/_rels/slideLayout_80000018_A43EF351.xml.rels><?xml version="1.0" encoding="UTF-8" standalone="yes"?>
<Relationships xmlns="http://schemas.openxmlformats.org/package/2006/relationships"><Relationship Id="rId3" Type="http://schemas.openxmlformats.org/officeDocument/2006/relationships/image" Target="../media/image_14170477.png"/><Relationship Id="rId2" Type="http://schemas.openxmlformats.org/officeDocument/2006/relationships/image" Target="../media/image_C1656DFB.jpeg"/><Relationship Id="rId1" Type="http://schemas.openxmlformats.org/officeDocument/2006/relationships/slideMaster" Target="../slideMasters/slideMaster_80000000_C4FE1C55.xml"/></Relationships>
</file>

<file path=ppt/slideLayouts/_rels/slideLayout_80000019_B4C0F21C.xml.rels><?xml version="1.0" encoding="UTF-8" standalone="yes"?>
<Relationships xmlns="http://schemas.openxmlformats.org/package/2006/relationships"><Relationship Id="rId3" Type="http://schemas.openxmlformats.org/officeDocument/2006/relationships/image" Target="../media/image_B2D83C31.png"/><Relationship Id="rId2" Type="http://schemas.openxmlformats.org/officeDocument/2006/relationships/image" Target="../media/image_23032E3C.png"/><Relationship Id="rId1" Type="http://schemas.openxmlformats.org/officeDocument/2006/relationships/slideMaster" Target="../slideMasters/slideMaster_80000000_C4FE1C55.xml"/></Relationships>
</file>

<file path=ppt/slideLayouts/_rels/slideLayout_80000020_6DEF2864.xml.rels><?xml version="1.0" encoding="UTF-8" standalone="yes"?>
<Relationships xmlns="http://schemas.openxmlformats.org/package/2006/relationships"><Relationship Id="rId2" Type="http://schemas.openxmlformats.org/officeDocument/2006/relationships/image" Target="../media/image_D346D1C9.png"/><Relationship Id="rId1" Type="http://schemas.openxmlformats.org/officeDocument/2006/relationships/slideMaster" Target="../slideMasters/slideMaster_80000000_C4FE1C55.xml"/></Relationships>
</file>

<file path=ppt/slideLayouts/_rels/slideLayout_80000021_E309492.xml.rels><?xml version="1.0" encoding="UTF-8" standalone="yes"?>
<Relationships xmlns="http://schemas.openxmlformats.org/package/2006/relationships"><Relationship Id="rId2" Type="http://schemas.openxmlformats.org/officeDocument/2006/relationships/image" Target="../media/image_B2D83C31.png"/><Relationship Id="rId1" Type="http://schemas.openxmlformats.org/officeDocument/2006/relationships/slideMaster" Target="../slideMasters/slideMaster_80000000_C4FE1C55.xml"/></Relationships>
</file>

<file path=ppt/slideLayouts/_rels/slideLayout_80000022_410BBC8A.xml.rels><?xml version="1.0" encoding="UTF-8" standalone="yes"?>
<Relationships xmlns="http://schemas.openxmlformats.org/package/2006/relationships"><Relationship Id="rId2" Type="http://schemas.openxmlformats.org/officeDocument/2006/relationships/image" Target="../media/image_3668B80E.jpeg"/><Relationship Id="rId1" Type="http://schemas.openxmlformats.org/officeDocument/2006/relationships/slideMaster" Target="../slideMasters/slideMaster_80000000_C4FE1C55.xml"/></Relationships>
</file>

<file path=ppt/slideLayouts/_rels/slideLayout_80000023_F5E90336.xml.rels><?xml version="1.0" encoding="UTF-8" standalone="yes"?>
<Relationships xmlns="http://schemas.openxmlformats.org/package/2006/relationships"><Relationship Id="rId2" Type="http://schemas.openxmlformats.org/officeDocument/2006/relationships/image" Target="../media/image_3668B80E.jpeg"/><Relationship Id="rId1" Type="http://schemas.openxmlformats.org/officeDocument/2006/relationships/slideMaster" Target="../slideMasters/slideMaster_80000000_C4FE1C55.xml"/></Relationships>
</file>

<file path=ppt/slideLayouts/_rels/slideLayout_80000024_2C13EB51.xml.rels><?xml version="1.0" encoding="UTF-8" standalone="yes"?>
<Relationships xmlns="http://schemas.openxmlformats.org/package/2006/relationships"><Relationship Id="rId3" Type="http://schemas.openxmlformats.org/officeDocument/2006/relationships/image" Target="../media/image_64DF3082.png"/><Relationship Id="rId2" Type="http://schemas.openxmlformats.org/officeDocument/2006/relationships/image" Target="../media/image_E6FC77.jpeg"/><Relationship Id="rId1" Type="http://schemas.openxmlformats.org/officeDocument/2006/relationships/slideMaster" Target="../slideMasters/slideMaster_80000000_C4FE1C55.xml"/><Relationship Id="rId4" Type="http://schemas.openxmlformats.org/officeDocument/2006/relationships/image" Target="../media/image_7969489B.png"/></Relationships>
</file>

<file path=ppt/slideLayouts/_rels/slideLayout_80000025_672B973F.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26_88EB6A8B.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27_9034B315.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28_5E458137.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29_DEF73456.xml.rels><?xml version="1.0" encoding="UTF-8" standalone="yes"?>
<Relationships xmlns="http://schemas.openxmlformats.org/package/2006/relationships"><Relationship Id="rId2" Type="http://schemas.openxmlformats.org/officeDocument/2006/relationships/image" Target="../media/image_E6FC77.jpeg"/><Relationship Id="rId1" Type="http://schemas.openxmlformats.org/officeDocument/2006/relationships/slideMaster" Target="../slideMasters/slideMaster_80000000_C4FE1C55.xml"/></Relationships>
</file>

<file path=ppt/slideLayouts/_rels/slideLayout_80000030_8F57A328.xml.rels><?xml version="1.0" encoding="UTF-8" standalone="yes"?>
<Relationships xmlns="http://schemas.openxmlformats.org/package/2006/relationships"><Relationship Id="rId2" Type="http://schemas.openxmlformats.org/officeDocument/2006/relationships/image" Target="../media/image_C1656DFB.jpeg"/><Relationship Id="rId1" Type="http://schemas.openxmlformats.org/officeDocument/2006/relationships/slideMaster" Target="../slideMasters/slideMaster_80000000_C4FE1C55.xml"/></Relationships>
</file>

<file path=ppt/slideLayouts/_rels/slideLayout_80000031_35DFC4FC.xml.rels><?xml version="1.0" encoding="UTF-8" standalone="yes"?>
<Relationships xmlns="http://schemas.openxmlformats.org/package/2006/relationships"><Relationship Id="rId2" Type="http://schemas.openxmlformats.org/officeDocument/2006/relationships/image" Target="../media/image_C1656DFB.jpeg"/><Relationship Id="rId1" Type="http://schemas.openxmlformats.org/officeDocument/2006/relationships/slideMaster" Target="../slideMasters/slideMaster_80000000_C4FE1C55.xml"/></Relationships>
</file>

<file path=ppt/slideLayouts/_rels/slideLayout_80000032_871849E1.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33_FE0C4E13.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_rels/slideLayout_80000034_F06CFD52.xml.rels><?xml version="1.0" encoding="UTF-8" standalone="yes"?>
<Relationships xmlns="http://schemas.openxmlformats.org/package/2006/relationships"><Relationship Id="rId2" Type="http://schemas.openxmlformats.org/officeDocument/2006/relationships/image" Target="../media/image_B2D83C31.png"/><Relationship Id="rId1" Type="http://schemas.openxmlformats.org/officeDocument/2006/relationships/slideMaster" Target="../slideMasters/slideMaster_80000000_C4FE1C55.xml"/></Relationships>
</file>

<file path=ppt/slideLayouts/_rels/slideLayout_80000035_EEAF97ED.xml.rels><?xml version="1.0" encoding="UTF-8" standalone="yes"?>
<Relationships xmlns="http://schemas.openxmlformats.org/package/2006/relationships"><Relationship Id="rId2" Type="http://schemas.openxmlformats.org/officeDocument/2006/relationships/image" Target="../media/image_B2D83C31.png"/><Relationship Id="rId1" Type="http://schemas.openxmlformats.org/officeDocument/2006/relationships/slideMaster" Target="../slideMasters/slideMaster_80000000_C4FE1C55.xml"/></Relationships>
</file>

<file path=ppt/slideLayouts/_rels/slideLayout_80000036_976BD7E8.xml.rels><?xml version="1.0" encoding="UTF-8" standalone="yes"?>
<Relationships xmlns="http://schemas.openxmlformats.org/package/2006/relationships"><Relationship Id="rId2" Type="http://schemas.openxmlformats.org/officeDocument/2006/relationships/image" Target="../media/image_CE78D093.png"/><Relationship Id="rId1" Type="http://schemas.openxmlformats.org/officeDocument/2006/relationships/slideMaster" Target="../slideMasters/slideMaster_80000000_C4FE1C55.xml"/></Relationships>
</file>

<file path=ppt/slideLayouts/_rels/slideLayout_80000037_98B7EBD8.xml.rels><?xml version="1.0" encoding="UTF-8" standalone="yes"?>
<Relationships xmlns="http://schemas.openxmlformats.org/package/2006/relationships"><Relationship Id="rId3" Type="http://schemas.openxmlformats.org/officeDocument/2006/relationships/image" Target="../media/image_A30BDCA4.png"/><Relationship Id="rId2" Type="http://schemas.openxmlformats.org/officeDocument/2006/relationships/image" Target="../media/image_14170477.png"/><Relationship Id="rId1" Type="http://schemas.openxmlformats.org/officeDocument/2006/relationships/slideMaster" Target="../slideMasters/slideMaster_80000000_C4FE1C55.xml"/><Relationship Id="rId4" Type="http://schemas.openxmlformats.org/officeDocument/2006/relationships/image" Target="../media/image_428AE86A.png"/></Relationships>
</file>

<file path=ppt/slideLayouts/_rels/slideLayout_80000038_4337AB3D.xml.rels><?xml version="1.0" encoding="UTF-8" standalone="yes"?>
<Relationships xmlns="http://schemas.openxmlformats.org/package/2006/relationships"><Relationship Id="rId2" Type="http://schemas.openxmlformats.org/officeDocument/2006/relationships/image" Target="../media/image_2BD5476F.png"/><Relationship Id="rId1" Type="http://schemas.openxmlformats.org/officeDocument/2006/relationships/slideMaster" Target="../slideMasters/slideMaster_80000000_C4FE1C55.xml"/></Relationships>
</file>

<file path=ppt/slideLayouts/_rels/slideLayout_80000039_841D48CC.xml.rels><?xml version="1.0" encoding="UTF-8" standalone="yes"?>
<Relationships xmlns="http://schemas.openxmlformats.org/package/2006/relationships"><Relationship Id="rId2" Type="http://schemas.openxmlformats.org/officeDocument/2006/relationships/image" Target="../media/image_FD3E1463.png"/><Relationship Id="rId1" Type="http://schemas.openxmlformats.org/officeDocument/2006/relationships/slideMaster" Target="../slideMasters/slideMaster_80000000_C4FE1C55.xml"/></Relationships>
</file>

<file path=ppt/slideLayouts/_rels/slideLayout_80000040_9331B9B8.xml.rels><?xml version="1.0" encoding="UTF-8" standalone="yes"?>
<Relationships xmlns="http://schemas.openxmlformats.org/package/2006/relationships"><Relationship Id="rId2" Type="http://schemas.openxmlformats.org/officeDocument/2006/relationships/image" Target="../media/image_EA922D07.png"/><Relationship Id="rId1" Type="http://schemas.openxmlformats.org/officeDocument/2006/relationships/slideMaster" Target="../slideMasters/slideMaster_80000000_C4FE1C55.xml"/></Relationships>
</file>

<file path=ppt/slideLayouts/_rels/slideLayout_80000041_650153AA.xml.rels><?xml version="1.0" encoding="UTF-8" standalone="yes"?>
<Relationships xmlns="http://schemas.openxmlformats.org/package/2006/relationships"><Relationship Id="rId2" Type="http://schemas.openxmlformats.org/officeDocument/2006/relationships/image" Target="../media/image_B20E80A0.png"/><Relationship Id="rId1" Type="http://schemas.openxmlformats.org/officeDocument/2006/relationships/slideMaster" Target="../slideMasters/slideMaster_80000000_C4FE1C55.xml"/></Relationships>
</file>

<file path=ppt/slideLayouts/_rels/slideLayout_80000042_5707F185.xml.rels><?xml version="1.0" encoding="UTF-8" standalone="yes"?>
<Relationships xmlns="http://schemas.openxmlformats.org/package/2006/relationships"><Relationship Id="rId1" Type="http://schemas.openxmlformats.org/officeDocument/2006/relationships/slideMaster" Target="../slideMasters/slideMaster_80000000_C4FE1C55.xml"/></Relationships>
</file>

<file path=ppt/slideLayouts/_rels/slideLayout_80000043_2299E165.xml.rels><?xml version="1.0" encoding="UTF-8" standalone="yes"?>
<Relationships xmlns="http://schemas.openxmlformats.org/package/2006/relationships"><Relationship Id="rId1" Type="http://schemas.openxmlformats.org/officeDocument/2006/relationships/slideMaster" Target="../slideMasters/slideMaster_80000000_C4FE1C55.xml"/></Relationships>
</file>

<file path=ppt/slideLayouts/_rels/slideLayout_80000044_F6D8F1AE.xml.rels><?xml version="1.0" encoding="UTF-8" standalone="yes"?>
<Relationships xmlns="http://schemas.openxmlformats.org/package/2006/relationships"><Relationship Id="rId1" Type="http://schemas.openxmlformats.org/officeDocument/2006/relationships/slideMaster" Target="../slideMasters/slideMaster_80000000_C4FE1C55.xml"/></Relationships>
</file>

<file path=ppt/slideLayouts/_rels/slideLayout_80000045_38696CE.xml.rels><?xml version="1.0" encoding="UTF-8" standalone="yes"?>
<Relationships xmlns="http://schemas.openxmlformats.org/package/2006/relationships"><Relationship Id="rId1" Type="http://schemas.openxmlformats.org/officeDocument/2006/relationships/slideMaster" Target="../slideMasters/slideMaster_80000000_C4FE1C55.xml"/></Relationships>
</file>

<file path=ppt/slideLayouts/_rels/slideLayout_80000046_8E658383.xml.rels><?xml version="1.0" encoding="UTF-8" standalone="yes"?>
<Relationships xmlns="http://schemas.openxmlformats.org/package/2006/relationships"><Relationship Id="rId1" Type="http://schemas.openxmlformats.org/officeDocument/2006/relationships/slideMaster" Target="../slideMasters/slideMaster_80000000_C4FE1C55.xml"/></Relationships>
</file>

<file path=ppt/slideLayouts/_rels/slideLayout_80000047_38A285E6.xml.rels><?xml version="1.0" encoding="UTF-8" standalone="yes"?>
<Relationships xmlns="http://schemas.openxmlformats.org/package/2006/relationships"><Relationship Id="rId2" Type="http://schemas.openxmlformats.org/officeDocument/2006/relationships/image" Target="../media/image_3A3D1EF9.jpeg"/><Relationship Id="rId1" Type="http://schemas.openxmlformats.org/officeDocument/2006/relationships/slideMaster" Target="../slideMasters/slideMaster_80000000_C4FE1C55.xml"/></Relationships>
</file>

<file path=ppt/slideLayouts/slideLayout_8000000A_8948E1D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303520" y="798790"/>
            <a:ext cx="6400800" cy="1247197"/>
          </a:xfrm>
        </p:spPr>
        <p:txBody>
          <a:bodyPr anchor="t" anchorCtr="0">
            <a:norm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03520" y="2557825"/>
            <a:ext cx="6400800" cy="3185025"/>
          </a:xfrm>
        </p:spPr>
        <p:txBody>
          <a:bodyPr anchor="b" anchorCtr="0">
            <a:normAutofit/>
          </a:bodyPr>
          <a:lstStyle>
            <a:lvl1pPr marL="0" indent="-320040">
              <a:spcBef>
                <a:spcPts val="1800"/>
              </a:spcBef>
              <a:buFont typeface="+mj-lt"/>
              <a:buAutoNum type="arabicPeriod"/>
              <a:defRPr sz="1800"/>
            </a:lvl1pPr>
            <a:lvl2pPr marL="457200" indent="-320040">
              <a:spcBef>
                <a:spcPts val="1800"/>
              </a:spcBef>
              <a:buFont typeface="+mj-lt"/>
              <a:buAutoNum type="arabicPeriod"/>
              <a:defRPr sz="1600"/>
            </a:lvl2pPr>
            <a:lvl3pPr marL="685800" indent="-320040">
              <a:spcBef>
                <a:spcPts val="1800"/>
              </a:spcBef>
              <a:buFont typeface="+mj-lt"/>
              <a:buAutoNum type="arabicPeriod"/>
              <a:defRPr sz="1400"/>
            </a:lvl3pPr>
            <a:lvl4pPr marL="804672" indent="-320040">
              <a:spcBef>
                <a:spcPts val="1800"/>
              </a:spcBef>
              <a:buFont typeface="+mj-lt"/>
              <a:buAutoNum type="arabicPeriod"/>
              <a:defRPr sz="1400"/>
            </a:lvl4pPr>
            <a:lvl5pPr marL="1024128" indent="-320040">
              <a:spcBef>
                <a:spcPts val="1800"/>
              </a:spcBef>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4F4F1D5-6C74-2344-B02C-988BD7DE5058}" type="datetime1">
              <a:rPr lang="en-US" smtClean="0"/>
              <a:t/>
            </a:fld>
            <a:endParaRPr lang="en-US"/>
          </a:p>
        </p:txBody>
      </p:sp>
      <p:sp>
        <p:nvSpPr>
          <p:cNvPr id="6" name="Rectangle 5">
            <a:extLst>
              <a:ext uri="{FF2B5EF4-FFF2-40B4-BE49-F238E27FC236}">
                <a16:creationId xmlns:a16="http://schemas.microsoft.com/office/drawing/2014/main" id="{D8081EAF-576F-9050-A03B-54F899B4C07A}"/>
              </a:ext>
            </a:extLst>
          </p:cNvPr>
          <p:cNvSpPr/>
          <p:nvPr/>
        </p:nvSpPr>
        <p:spPr>
          <a:xfrm>
            <a:off x="411481" y="914400"/>
            <a:ext cx="4389990" cy="475488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lemon on a branch&#10;&#10;AI-generated content may be incorrect.">
            <a:extLst>
              <a:ext uri="{FF2B5EF4-FFF2-40B4-BE49-F238E27FC236}">
                <a16:creationId xmlns:a16="http://schemas.microsoft.com/office/drawing/2014/main" id="{C7EE14FD-1F7E-7416-B121-07AC7950DD58}"/>
              </a:ext>
            </a:extLst>
          </p:cNvPr>
          <p:cNvPicPr>
            <a:picLocks noChangeAspect="1"/>
          </p:cNvPicPr>
          <p:nvPr/>
        </p:nvPicPr>
        <p:blipFill>
          <a:blip r:embed="rId2"/>
          <a:stretch>
            <a:fillRect/>
          </a:stretch>
        </p:blipFill>
        <p:spPr>
          <a:xfrm>
            <a:off x="218154" y="557784"/>
            <a:ext cx="4798070" cy="5394960"/>
          </a:xfrm>
          <a:prstGeom prst="rect">
            <a:avLst/>
          </a:prstGeom>
        </p:spPr>
      </p:pic>
    </p:spTree>
    <p:extLst>
      <p:ext uri="{BB962C8B-B14F-4D97-AF65-F5344CB8AC3E}">
        <p14:creationId xmlns:p14="http://schemas.microsoft.com/office/powerpoint/2010/main" val="2303254998"/>
      </p:ext>
    </p:extLst>
  </p:cSld>
  <p:clrMapOvr>
    <a:masterClrMapping/>
  </p:clrMapOvr>
</p:sldLayout>
</file>

<file path=ppt/slideLayouts/slideLayout_8000000B_2D1C84A8.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5F09020-BF03-712A-9029-505DB1E628D4}"/>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914400" y="914399"/>
            <a:ext cx="3749040" cy="2834640"/>
          </a:xfrm>
        </p:spPr>
        <p:txBody>
          <a:bodyPr anchor="t" anchorCtr="0">
            <a:norm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40568" y="914399"/>
            <a:ext cx="6126480" cy="4480560"/>
          </a:xfrm>
        </p:spPr>
        <p:txBody>
          <a:bodyPr anchor="t" anchorCtr="0">
            <a:normAutofit/>
          </a:bodyPr>
          <a:lstStyle>
            <a:lvl1pPr marL="0" indent="-320040">
              <a:spcBef>
                <a:spcPts val="1800"/>
              </a:spcBef>
              <a:buFont typeface="+mj-lt"/>
              <a:buAutoNum type="arabicPeriod"/>
              <a:defRPr sz="1800"/>
            </a:lvl1pPr>
            <a:lvl2pPr marL="457200" indent="-320040">
              <a:spcBef>
                <a:spcPts val="1800"/>
              </a:spcBef>
              <a:buFont typeface="+mj-lt"/>
              <a:buAutoNum type="arabicPeriod"/>
              <a:defRPr sz="1600"/>
            </a:lvl2pPr>
            <a:lvl3pPr marL="685800" indent="-320040">
              <a:spcBef>
                <a:spcPts val="1800"/>
              </a:spcBef>
              <a:buFont typeface="+mj-lt"/>
              <a:buAutoNum type="arabicPeriod"/>
              <a:defRPr sz="1400"/>
            </a:lvl3pPr>
            <a:lvl4pPr marL="804672" indent="-320040">
              <a:spcBef>
                <a:spcPts val="1800"/>
              </a:spcBef>
              <a:buFont typeface="+mj-lt"/>
              <a:buAutoNum type="arabicPeriod"/>
              <a:defRPr sz="1400"/>
            </a:lvl4pPr>
            <a:lvl5pPr marL="1024128" indent="-320040">
              <a:spcBef>
                <a:spcPts val="1800"/>
              </a:spcBef>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DF926B5E-0855-9440-AA3D-7D15E0A5A0A9}" type="datetime1">
              <a:rPr lang="en-US" smtClean="0"/>
              <a:t/>
            </a:fld>
            <a:endParaRPr lang="en-US"/>
          </a:p>
        </p:txBody>
      </p:sp>
      <p:pic>
        <p:nvPicPr>
          <p:cNvPr id="12" name="Picture 11" descr="Blue leaves on a black background&#10;&#10;AI-generated content may be incorrect.">
            <a:extLst>
              <a:ext uri="{FF2B5EF4-FFF2-40B4-BE49-F238E27FC236}">
                <a16:creationId xmlns:a16="http://schemas.microsoft.com/office/drawing/2014/main" id="{8C201F69-ACDC-EC3F-66B0-D7107872DC8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spTree>
    <p:extLst>
      <p:ext uri="{BB962C8B-B14F-4D97-AF65-F5344CB8AC3E}">
        <p14:creationId xmlns:p14="http://schemas.microsoft.com/office/powerpoint/2010/main" val="756843688"/>
      </p:ext>
    </p:extLst>
  </p:cSld>
  <p:clrMapOvr>
    <a:masterClrMapping/>
  </p:clrMapOvr>
</p:sldLayout>
</file>

<file path=ppt/slideLayouts/slideLayout_8000001A_3DC39CE0.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902447-E63B-C699-1F10-66D1D40394D0}"/>
              </a:ext>
            </a:extLst>
          </p:cNvPr>
          <p:cNvSpPr/>
          <p:nvPr/>
        </p:nvSpPr>
        <p:spPr>
          <a:xfrm>
            <a:off x="-2" y="0"/>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986283C0-8ECE-D2EA-E5E3-6F15CF154503}"/>
              </a:ext>
            </a:extLst>
          </p:cNvPr>
          <p:cNvSpPr>
            <a:spLocks noGrp="1"/>
          </p:cNvSpPr>
          <p:nvPr>
            <p:ph type="title"/>
          </p:nvPr>
        </p:nvSpPr>
        <p:spPr>
          <a:xfrm>
            <a:off x="8594234" y="1315451"/>
            <a:ext cx="3163825" cy="1888925"/>
          </a:xfrm>
        </p:spPr>
        <p:txBody>
          <a:bodyPr anchor="b"/>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560872" y="274320"/>
            <a:ext cx="365760" cy="365125"/>
          </a:xfrm>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958469" y="274320"/>
            <a:ext cx="1828800"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10819106" y="274320"/>
            <a:ext cx="938954" cy="365125"/>
          </a:xfrm>
        </p:spPr>
        <p:txBody>
          <a:bodyPr/>
          <a:lstStyle/>
          <a:p>
            <a:fld id="{16BEDD57-7FB0-8C49-978A-2E5AD4193CAB}" type="datetime1">
              <a:rPr lang="en-US" smtClean="0"/>
              <a:t/>
            </a:fld>
            <a:endParaRPr lang="en-US"/>
          </a:p>
        </p:txBody>
      </p:sp>
      <p:sp>
        <p:nvSpPr>
          <p:cNvPr id="13" name="Content Placeholder 12">
            <a:extLst>
              <a:ext uri="{FF2B5EF4-FFF2-40B4-BE49-F238E27FC236}">
                <a16:creationId xmlns:a16="http://schemas.microsoft.com/office/drawing/2014/main" id="{A7DC67AD-3301-6431-3E36-B83AA13337BC}"/>
              </a:ext>
            </a:extLst>
          </p:cNvPr>
          <p:cNvSpPr>
            <a:spLocks noGrp="1"/>
          </p:cNvSpPr>
          <p:nvPr>
            <p:ph sz="quarter" idx="14"/>
          </p:nvPr>
        </p:nvSpPr>
        <p:spPr>
          <a:xfrm>
            <a:off x="8595360" y="3335363"/>
            <a:ext cx="3162699" cy="2372709"/>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close up of a blue and yellow leaf&#10;&#10;AI-generated content may be incorrect.">
            <a:extLst>
              <a:ext uri="{FF2B5EF4-FFF2-40B4-BE49-F238E27FC236}">
                <a16:creationId xmlns:a16="http://schemas.microsoft.com/office/drawing/2014/main" id="{F4AA3198-0DF5-E044-FEBD-0A08E92D5144}"/>
              </a:ext>
            </a:extLst>
          </p:cNvPr>
          <p:cNvPicPr>
            <a:picLocks noChangeAspect="1"/>
          </p:cNvPicPr>
          <p:nvPr userDrawn="1"/>
        </p:nvPicPr>
        <p:blipFill>
          <a:blip r:embed="rId2"/>
          <a:stretch>
            <a:fillRect/>
          </a:stretch>
        </p:blipFill>
        <p:spPr>
          <a:xfrm>
            <a:off x="0" y="-1"/>
            <a:ext cx="9629190" cy="6857999"/>
          </a:xfrm>
          <a:prstGeom prst="rect">
            <a:avLst/>
          </a:prstGeom>
        </p:spPr>
      </p:pic>
    </p:spTree>
    <p:extLst>
      <p:ext uri="{BB962C8B-B14F-4D97-AF65-F5344CB8AC3E}">
        <p14:creationId xmlns:p14="http://schemas.microsoft.com/office/powerpoint/2010/main" val="1036229856"/>
      </p:ext>
    </p:extLst>
  </p:cSld>
  <p:clrMapOvr>
    <a:masterClrMapping/>
  </p:clrMapOvr>
</p:sldLayout>
</file>

<file path=ppt/slideLayouts/slideLayout_8000001B_B9AFD8B0.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902447-E63B-C699-1F10-66D1D40394D0}"/>
              </a:ext>
            </a:extLst>
          </p:cNvPr>
          <p:cNvSpPr/>
          <p:nvPr/>
        </p:nvSpPr>
        <p:spPr>
          <a:xfrm>
            <a:off x="4053840" y="0"/>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4F807023-B064-9646-E49E-9AEF600F062B}"/>
              </a:ext>
            </a:extLst>
          </p:cNvPr>
          <p:cNvSpPr>
            <a:spLocks noGrp="1"/>
          </p:cNvSpPr>
          <p:nvPr>
            <p:ph type="title"/>
          </p:nvPr>
        </p:nvSpPr>
        <p:spPr>
          <a:xfrm>
            <a:off x="457200" y="1315453"/>
            <a:ext cx="3163824" cy="1888923"/>
          </a:xfrm>
        </p:spPr>
        <p:txBody>
          <a:bodyPr anchor="b"/>
          <a:lstStyle>
            <a:lvl1pPr>
              <a:defRPr sz="2800"/>
            </a:lvl1pPr>
          </a:lstStyle>
          <a:p>
            <a:r>
              <a:rPr lang="en-US"/>
              <a:t>Click to edit Master title style</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443249" y="274320"/>
            <a:ext cx="365760" cy="365125"/>
          </a:xfrm>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40846" y="274320"/>
            <a:ext cx="1828800"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2669646" y="274320"/>
            <a:ext cx="970791" cy="365125"/>
          </a:xfrm>
        </p:spPr>
        <p:txBody>
          <a:bodyPr/>
          <a:lstStyle/>
          <a:p>
            <a:fld id="{3398BDEE-7079-9E46-9D3D-C026D74D657A}" type="datetime1">
              <a:rPr lang="en-US" smtClean="0"/>
              <a:t/>
            </a:fld>
            <a:endParaRPr lang="en-US"/>
          </a:p>
        </p:txBody>
      </p:sp>
      <p:sp>
        <p:nvSpPr>
          <p:cNvPr id="13" name="Content Placeholder 12">
            <a:extLst>
              <a:ext uri="{FF2B5EF4-FFF2-40B4-BE49-F238E27FC236}">
                <a16:creationId xmlns:a16="http://schemas.microsoft.com/office/drawing/2014/main" id="{9C2635AD-DF42-C262-C20D-FDB7B411625D}"/>
              </a:ext>
            </a:extLst>
          </p:cNvPr>
          <p:cNvSpPr>
            <a:spLocks noGrp="1"/>
          </p:cNvSpPr>
          <p:nvPr>
            <p:ph sz="quarter" idx="14"/>
          </p:nvPr>
        </p:nvSpPr>
        <p:spPr>
          <a:xfrm>
            <a:off x="457200" y="3335364"/>
            <a:ext cx="3163824" cy="3107000"/>
          </a:xfr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Picture 10" descr="A lemons on a branch with leaves&#10;&#10;AI-generated content may be incorrect.">
            <a:extLst>
              <a:ext uri="{FF2B5EF4-FFF2-40B4-BE49-F238E27FC236}">
                <a16:creationId xmlns:a16="http://schemas.microsoft.com/office/drawing/2014/main" id="{ADF17735-1EF3-3E8F-EE23-73AE24B0CF1D}"/>
              </a:ext>
            </a:extLst>
          </p:cNvPr>
          <p:cNvPicPr>
            <a:picLocks noChangeAspect="1"/>
          </p:cNvPicPr>
          <p:nvPr/>
        </p:nvPicPr>
        <p:blipFill>
          <a:blip r:embed="rId2" cstate="email">
            <a:extLst>
              <a:ext uri="{28A0092B-C50C-407E-A947-70E740481C1C}">
                <a14:useLocalDpi xmlns:a14="http://schemas.microsoft.com/office/drawing/2010/main"/>
              </a:ext>
            </a:extLst>
          </a:blip>
          <a:srcRect t="715" r="9359" b="30270"/>
          <a:stretch>
            <a:fillRect/>
          </a:stretch>
        </p:blipFill>
        <p:spPr>
          <a:xfrm>
            <a:off x="3795759" y="0"/>
            <a:ext cx="8396241" cy="6858000"/>
          </a:xfrm>
          <a:prstGeom prst="rect">
            <a:avLst/>
          </a:prstGeom>
        </p:spPr>
      </p:pic>
    </p:spTree>
    <p:extLst>
      <p:ext uri="{BB962C8B-B14F-4D97-AF65-F5344CB8AC3E}">
        <p14:creationId xmlns:p14="http://schemas.microsoft.com/office/powerpoint/2010/main" val="3115309232"/>
      </p:ext>
    </p:extLst>
  </p:cSld>
  <p:clrMapOvr>
    <a:masterClrMapping/>
  </p:clrMapOvr>
</p:sldLayout>
</file>

<file path=ppt/slideLayouts/slideLayout_8000001C_8D01C588.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B7DA1B6-7262-A14C-9D8B-572C17D5CCAA}" type="datetime1">
              <a:rPr lang="en-US" smtClean="0"/>
              <a:t/>
            </a:fld>
            <a:endParaRPr lang="en-US"/>
          </a:p>
        </p:txBody>
      </p:sp>
      <p:pic>
        <p:nvPicPr>
          <p:cNvPr id="7" name="Picture 6" descr="A blue and black image of two birds&#10;&#10;AI-generated content may be incorrect.">
            <a:extLst>
              <a:ext uri="{FF2B5EF4-FFF2-40B4-BE49-F238E27FC236}">
                <a16:creationId xmlns:a16="http://schemas.microsoft.com/office/drawing/2014/main" id="{53359F0E-3165-F69F-DECE-2D1FB68E174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4400" y="0"/>
            <a:ext cx="4160520" cy="919694"/>
          </a:xfrm>
          <a:prstGeom prst="rect">
            <a:avLst/>
          </a:prstGeom>
        </p:spPr>
      </p:pic>
    </p:spTree>
    <p:extLst>
      <p:ext uri="{BB962C8B-B14F-4D97-AF65-F5344CB8AC3E}">
        <p14:creationId xmlns:p14="http://schemas.microsoft.com/office/powerpoint/2010/main" val="2365703560"/>
      </p:ext>
    </p:extLst>
  </p:cSld>
  <p:clrMapOvr>
    <a:masterClrMapping/>
  </p:clrMapOvr>
</p:sldLayout>
</file>

<file path=ppt/slideLayouts/slideLayout_8000001D_80DF97FA.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0"/>
            <a:ext cx="3923455" cy="4083580"/>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914400"/>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98B914E-727D-924F-AF8C-57D7CD572093}" type="datetime1">
              <a:rPr lang="en-US" smtClean="0"/>
              <a:t/>
            </a:fld>
            <a:endParaRPr lang="en-US"/>
          </a:p>
        </p:txBody>
      </p:sp>
      <p:pic>
        <p:nvPicPr>
          <p:cNvPr id="3" name="Picture 2" descr="A blue and black image of two birds&#10;&#10;AI-generated content may be incorrect.">
            <a:extLst>
              <a:ext uri="{FF2B5EF4-FFF2-40B4-BE49-F238E27FC236}">
                <a16:creationId xmlns:a16="http://schemas.microsoft.com/office/drawing/2014/main" id="{A830C04B-A250-7A15-C730-C6A3AFCB9C1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10800000">
            <a:off x="5175848" y="5943599"/>
            <a:ext cx="4160520" cy="914400"/>
          </a:xfrm>
          <a:prstGeom prst="rect">
            <a:avLst/>
          </a:prstGeom>
        </p:spPr>
      </p:pic>
    </p:spTree>
    <p:extLst>
      <p:ext uri="{BB962C8B-B14F-4D97-AF65-F5344CB8AC3E}">
        <p14:creationId xmlns:p14="http://schemas.microsoft.com/office/powerpoint/2010/main" val="2162137082"/>
      </p:ext>
    </p:extLst>
  </p:cSld>
  <p:clrMapOvr>
    <a:masterClrMapping/>
  </p:clrMapOvr>
</p:sldLayout>
</file>

<file path=ppt/slideLayouts/slideLayout_8000001E_692D9A50.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766617" y="731520"/>
            <a:ext cx="8658766" cy="1005840"/>
          </a:xfrm>
        </p:spPr>
        <p:txBody>
          <a:bodyPr anchor="b" anchorCtr="0">
            <a:normAutofit/>
          </a:bodyPr>
          <a:lstStyle>
            <a:lvl1pPr algn="ctr">
              <a:defRPr sz="2800"/>
            </a:lvl1pPr>
          </a:lstStyle>
          <a:p>
            <a:r>
              <a:rPr lang="en-US"/>
              <a:t>Click to edit Master title style</a:t>
            </a:r>
          </a:p>
        </p:txBody>
      </p:sp>
      <p:sp>
        <p:nvSpPr>
          <p:cNvPr id="6" name="Content Placeholder 5">
            <a:extLst>
              <a:ext uri="{FF2B5EF4-FFF2-40B4-BE49-F238E27FC236}">
                <a16:creationId xmlns:a16="http://schemas.microsoft.com/office/drawing/2014/main" id="{A231AD03-5543-5055-E5F3-2C2E7AF4A65C}"/>
              </a:ext>
            </a:extLst>
          </p:cNvPr>
          <p:cNvSpPr>
            <a:spLocks noGrp="1"/>
          </p:cNvSpPr>
          <p:nvPr>
            <p:ph sz="quarter" idx="17"/>
          </p:nvPr>
        </p:nvSpPr>
        <p:spPr>
          <a:xfrm>
            <a:off x="2653413" y="1995858"/>
            <a:ext cx="6884668" cy="37399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11">
            <a:extLst>
              <a:ext uri="{FF2B5EF4-FFF2-40B4-BE49-F238E27FC236}">
                <a16:creationId xmlns:a16="http://schemas.microsoft.com/office/drawing/2014/main" id="{9F8492AF-A293-67AC-351D-6F8D2EE5A36E}"/>
              </a:ext>
            </a:extLst>
          </p:cNvPr>
          <p:cNvSpPr>
            <a:spLocks noGrp="1"/>
          </p:cNvSpPr>
          <p:nvPr>
            <p:ph type="sldNum" sz="quarter" idx="16"/>
          </p:nvPr>
        </p:nvSpPr>
        <p:spPr/>
        <p:txBody>
          <a:bodyPr/>
          <a:lstStyle/>
          <a:p>
            <a:fld id="{40B778AE-8D30-EC43-B255-420E7914C179}" type="slidenum">
              <a:rPr lang="en-US" smtClean="0"/>
              <a:pPr/>
              <a:t/>
            </a:fld>
            <a:endParaRPr lang="en-US"/>
          </a:p>
        </p:txBody>
      </p:sp>
      <p:sp>
        <p:nvSpPr>
          <p:cNvPr id="11" name="Footer Placeholder 10">
            <a:extLst>
              <a:ext uri="{FF2B5EF4-FFF2-40B4-BE49-F238E27FC236}">
                <a16:creationId xmlns:a16="http://schemas.microsoft.com/office/drawing/2014/main" id="{FA12EA25-588C-6976-3F71-17F5A88C9A2B}"/>
              </a:ext>
            </a:extLst>
          </p:cNvPr>
          <p:cNvSpPr>
            <a:spLocks noGrp="1"/>
          </p:cNvSpPr>
          <p:nvPr>
            <p:ph type="ftr" sz="quarter" idx="15"/>
          </p:nvPr>
        </p:nvSpPr>
        <p:spPr/>
        <p:txBody>
          <a:bodyPr/>
          <a:lstStyle/>
          <a:p>
            <a:r>
              <a:rPr lang="en-US"/>
              <a:t>Presentation title</a:t>
            </a:r>
          </a:p>
        </p:txBody>
      </p:sp>
      <p:sp>
        <p:nvSpPr>
          <p:cNvPr id="10" name="Date Placeholder 9">
            <a:extLst>
              <a:ext uri="{FF2B5EF4-FFF2-40B4-BE49-F238E27FC236}">
                <a16:creationId xmlns:a16="http://schemas.microsoft.com/office/drawing/2014/main" id="{88EAD482-3B0C-B1C6-EDE0-9F5AD7972C2E}"/>
              </a:ext>
            </a:extLst>
          </p:cNvPr>
          <p:cNvSpPr>
            <a:spLocks noGrp="1"/>
          </p:cNvSpPr>
          <p:nvPr>
            <p:ph type="dt" sz="half" idx="14"/>
          </p:nvPr>
        </p:nvSpPr>
        <p:spPr/>
        <p:txBody>
          <a:bodyPr/>
          <a:lstStyle/>
          <a:p>
            <a:fld id="{F70565B3-CF1A-E942-97FF-0B9F398F7855}" type="datetime1">
              <a:rPr lang="en-US" smtClean="0"/>
              <a:t/>
            </a:fld>
            <a:endParaRPr lang="en-US"/>
          </a:p>
        </p:txBody>
      </p:sp>
      <p:pic>
        <p:nvPicPr>
          <p:cNvPr id="3" name="Picture 2" descr="A blue leafy plant&#10;&#10;AI-generated content may be incorrect.">
            <a:extLst>
              <a:ext uri="{FF2B5EF4-FFF2-40B4-BE49-F238E27FC236}">
                <a16:creationId xmlns:a16="http://schemas.microsoft.com/office/drawing/2014/main" id="{7514231A-DFF9-EEC8-7FD8-6D51A7E9FF65}"/>
              </a:ext>
            </a:extLst>
          </p:cNvPr>
          <p:cNvPicPr>
            <a:picLocks noChangeAspect="1"/>
          </p:cNvPicPr>
          <p:nvPr/>
        </p:nvPicPr>
        <p:blipFill>
          <a:blip r:embed="rId2" cstate="email">
            <a:extLst>
              <a:ext uri="{28A0092B-C50C-407E-A947-70E740481C1C}">
                <a14:useLocalDpi xmlns:a14="http://schemas.microsoft.com/office/drawing/2010/main"/>
              </a:ext>
            </a:extLst>
          </a:blip>
          <a:srcRect t="-17073"/>
          <a:stretch>
            <a:fillRect/>
          </a:stretch>
        </p:blipFill>
        <p:spPr>
          <a:xfrm>
            <a:off x="0" y="157646"/>
            <a:ext cx="1757091" cy="1460378"/>
          </a:xfrm>
          <a:prstGeom prst="rect">
            <a:avLst/>
          </a:prstGeom>
        </p:spPr>
      </p:pic>
      <p:pic>
        <p:nvPicPr>
          <p:cNvPr id="9" name="Picture 8" descr="A blue leaf on a black background&#10;&#10;AI-generated content may be incorrect.">
            <a:extLst>
              <a:ext uri="{FF2B5EF4-FFF2-40B4-BE49-F238E27FC236}">
                <a16:creationId xmlns:a16="http://schemas.microsoft.com/office/drawing/2014/main" id="{A6D137FE-2907-46A6-B35B-5A4CAE628A4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rot="16200000" flipH="1">
            <a:off x="-1163538" y="2885078"/>
            <a:ext cx="3361254" cy="1034177"/>
          </a:xfrm>
          <a:prstGeom prst="rect">
            <a:avLst/>
          </a:prstGeom>
        </p:spPr>
      </p:pic>
      <p:pic>
        <p:nvPicPr>
          <p:cNvPr id="15" name="Picture 14" descr="A blue and black image of two birds&#10;&#10;AI-generated content may be incorrect.">
            <a:extLst>
              <a:ext uri="{FF2B5EF4-FFF2-40B4-BE49-F238E27FC236}">
                <a16:creationId xmlns:a16="http://schemas.microsoft.com/office/drawing/2014/main" id="{04E727C6-2D47-C987-AC9F-2BBBF965423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rot="5400000">
            <a:off x="9651893" y="3013349"/>
            <a:ext cx="4160520" cy="919694"/>
          </a:xfrm>
          <a:prstGeom prst="rect">
            <a:avLst/>
          </a:prstGeom>
        </p:spPr>
      </p:pic>
    </p:spTree>
    <p:extLst>
      <p:ext uri="{BB962C8B-B14F-4D97-AF65-F5344CB8AC3E}">
        <p14:creationId xmlns:p14="http://schemas.microsoft.com/office/powerpoint/2010/main" val="1764596304"/>
      </p:ext>
    </p:extLst>
  </p:cSld>
  <p:clrMapOvr>
    <a:masterClrMapping/>
  </p:clrMapOvr>
</p:sldLayout>
</file>

<file path=ppt/slideLayouts/slideLayout_8000001F_EE7152B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1"/>
            <a:ext cx="3992880" cy="2514599"/>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914400"/>
            <a:ext cx="6957460"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809077" y="6126480"/>
            <a:ext cx="2403583" cy="365125"/>
          </a:xfrm>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048A344-177D-9B4D-B4B5-DB629B3B0E97}" type="datetime1">
              <a:rPr lang="en-US" smtClean="0"/>
              <a:t/>
            </a:fld>
            <a:endParaRPr lang="en-US"/>
          </a:p>
        </p:txBody>
      </p:sp>
      <p:pic>
        <p:nvPicPr>
          <p:cNvPr id="7" name="Picture 6" descr="A blue leaf on a black background&#10;&#10;AI-generated content may be incorrect.">
            <a:extLst>
              <a:ext uri="{FF2B5EF4-FFF2-40B4-BE49-F238E27FC236}">
                <a16:creationId xmlns:a16="http://schemas.microsoft.com/office/drawing/2014/main" id="{415D9329-8404-8FB6-440F-E9849300BAE2}"/>
              </a:ext>
            </a:extLst>
          </p:cNvPr>
          <p:cNvPicPr>
            <a:picLocks noChangeAspect="1"/>
          </p:cNvPicPr>
          <p:nvPr/>
        </p:nvPicPr>
        <p:blipFill>
          <a:blip r:embed="rId2" cstate="email">
            <a:extLst>
              <a:ext uri="{28A0092B-C50C-407E-A947-70E740481C1C}">
                <a14:useLocalDpi xmlns:a14="http://schemas.microsoft.com/office/drawing/2010/main"/>
              </a:ext>
            </a:extLst>
          </a:blip>
          <a:srcRect l="22307"/>
          <a:stretch>
            <a:fillRect/>
          </a:stretch>
        </p:blipFill>
        <p:spPr>
          <a:xfrm rot="16200000">
            <a:off x="2766204" y="5165090"/>
            <a:ext cx="2052320" cy="1333500"/>
          </a:xfrm>
          <a:prstGeom prst="rect">
            <a:avLst/>
          </a:prstGeom>
        </p:spPr>
      </p:pic>
      <p:pic>
        <p:nvPicPr>
          <p:cNvPr id="10" name="Picture 9" descr="A blue leaf on a black background&#10;&#10;AI-generated content may be incorrect.">
            <a:extLst>
              <a:ext uri="{FF2B5EF4-FFF2-40B4-BE49-F238E27FC236}">
                <a16:creationId xmlns:a16="http://schemas.microsoft.com/office/drawing/2014/main" id="{583DC239-1B91-3F75-7E85-D0A752FB00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3595299">
            <a:off x="1217794" y="4109349"/>
            <a:ext cx="2058669" cy="1039232"/>
          </a:xfrm>
          <a:prstGeom prst="rect">
            <a:avLst/>
          </a:prstGeom>
        </p:spPr>
      </p:pic>
    </p:spTree>
    <p:extLst>
      <p:ext uri="{BB962C8B-B14F-4D97-AF65-F5344CB8AC3E}">
        <p14:creationId xmlns:p14="http://schemas.microsoft.com/office/powerpoint/2010/main" val="4000404152"/>
      </p:ext>
    </p:extLst>
  </p:cSld>
  <p:clrMapOvr>
    <a:masterClrMapping/>
  </p:clrMapOvr>
</p:sldLayout>
</file>

<file path=ppt/slideLayouts/slideLayout_8000002A_AE327C5A.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1005840"/>
            <a:ext cx="3021873" cy="1297637"/>
          </a:xfrm>
        </p:spPr>
        <p:txBody>
          <a:bodyPr anchor="t">
            <a:normAutofit/>
          </a:bodyPr>
          <a:lstStyle>
            <a:lvl1pPr>
              <a:defRPr sz="2800"/>
            </a:lvl1pPr>
          </a:lstStyle>
          <a:p>
            <a:r>
              <a:rPr lang="en-US"/>
              <a:t>Click to edit Master title style</a:t>
            </a:r>
          </a:p>
        </p:txBody>
      </p:sp>
      <p:sp>
        <p:nvSpPr>
          <p:cNvPr id="9" name="Rectangle 8">
            <a:extLst>
              <a:ext uri="{FF2B5EF4-FFF2-40B4-BE49-F238E27FC236}">
                <a16:creationId xmlns:a16="http://schemas.microsoft.com/office/drawing/2014/main" id="{D1AA3CE2-FA19-A0C1-5803-D6CB70AE52C4}"/>
              </a:ext>
            </a:extLst>
          </p:cNvPr>
          <p:cNvSpPr/>
          <p:nvPr/>
        </p:nvSpPr>
        <p:spPr>
          <a:xfrm>
            <a:off x="0" y="3636524"/>
            <a:ext cx="12192000" cy="3221476"/>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C6F2C2E6-D9FF-7960-30D4-3996CAF0E7A9}"/>
              </a:ext>
            </a:extLst>
          </p:cNvPr>
          <p:cNvSpPr>
            <a:spLocks noGrp="1"/>
          </p:cNvSpPr>
          <p:nvPr>
            <p:ph type="sldNum" sz="quarter" idx="17"/>
          </p:nvPr>
        </p:nvSpPr>
        <p:spPr>
          <a:xfrm>
            <a:off x="411480" y="274320"/>
            <a:ext cx="365760" cy="365125"/>
          </a:xfrm>
        </p:spPr>
        <p:txBody>
          <a:bodyPr/>
          <a:lstStyle/>
          <a:p>
            <a:fld id="{40B778AE-8D30-EC43-B255-420E7914C179}" type="slidenum">
              <a:rPr lang="en-US" smtClean="0"/>
              <a:pPr/>
              <a:t/>
            </a:fld>
            <a:endParaRPr lang="en-US"/>
          </a:p>
        </p:txBody>
      </p:sp>
      <p:sp>
        <p:nvSpPr>
          <p:cNvPr id="10" name="Footer Placeholder 9">
            <a:extLst>
              <a:ext uri="{FF2B5EF4-FFF2-40B4-BE49-F238E27FC236}">
                <a16:creationId xmlns:a16="http://schemas.microsoft.com/office/drawing/2014/main" id="{E16CECD4-053E-15EE-496E-9BA230A307A5}"/>
              </a:ext>
            </a:extLst>
          </p:cNvPr>
          <p:cNvSpPr>
            <a:spLocks noGrp="1"/>
          </p:cNvSpPr>
          <p:nvPr>
            <p:ph type="ftr" sz="quarter" idx="16"/>
          </p:nvPr>
        </p:nvSpPr>
        <p:spPr>
          <a:xfrm>
            <a:off x="809077" y="274320"/>
            <a:ext cx="3724286" cy="365125"/>
          </a:xfrm>
        </p:spPr>
        <p:txBody>
          <a:bodyPr/>
          <a:lstStyle/>
          <a:p>
            <a:r>
              <a:rPr lang="en-US"/>
              <a:t>Presentation title</a:t>
            </a:r>
          </a:p>
        </p:txBody>
      </p:sp>
      <p:sp>
        <p:nvSpPr>
          <p:cNvPr id="3" name="Date Placeholder 2">
            <a:extLst>
              <a:ext uri="{FF2B5EF4-FFF2-40B4-BE49-F238E27FC236}">
                <a16:creationId xmlns:a16="http://schemas.microsoft.com/office/drawing/2014/main" id="{4DC77D76-068A-6817-DE61-41E5920B1A54}"/>
              </a:ext>
            </a:extLst>
          </p:cNvPr>
          <p:cNvSpPr>
            <a:spLocks noGrp="1"/>
          </p:cNvSpPr>
          <p:nvPr>
            <p:ph type="dt" sz="half" idx="15"/>
          </p:nvPr>
        </p:nvSpPr>
        <p:spPr>
          <a:xfrm>
            <a:off x="9839459" y="274320"/>
            <a:ext cx="1918601" cy="365125"/>
          </a:xfrm>
        </p:spPr>
        <p:txBody>
          <a:bodyPr/>
          <a:lstStyle/>
          <a:p>
            <a:fld id="{74C1E1D0-99FC-0441-BDC2-0A5DDB99B607}" type="datetime1">
              <a:rPr lang="en-US" smtClean="0"/>
              <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53543" y="1005840"/>
            <a:ext cx="7904517" cy="219456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484004" y="4128448"/>
            <a:ext cx="11274056" cy="2285305"/>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l="2" t="227" r="-270" b="-952"/>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2922544218"/>
      </p:ext>
    </p:extLst>
  </p:cSld>
  <p:clrMapOvr>
    <a:masterClrMapping/>
  </p:clrMapOvr>
</p:sldLayout>
</file>

<file path=ppt/slideLayouts/slideLayout_8000002B_9B0BA0A8.xml><?xml version="1.0" encoding="utf-8"?>
<p:sldLayout xmlns:a="http://schemas.openxmlformats.org/drawingml/2006/main" xmlns:r="http://schemas.openxmlformats.org/officeDocument/2006/relationships" xmlns:p="http://schemas.openxmlformats.org/presentationml/2006/main" preserve="1">
  <p:cSld name="Content with Picture 10">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049D46-A039-8FE9-795E-B9A09588FB81}"/>
              </a:ext>
            </a:extLst>
          </p:cNvPr>
          <p:cNvSpPr/>
          <p:nvPr/>
        </p:nvSpPr>
        <p:spPr>
          <a:xfrm>
            <a:off x="0" y="-1"/>
            <a:ext cx="4886325"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1751" y="514175"/>
            <a:ext cx="6400800" cy="1315029"/>
          </a:xfrm>
        </p:spPr>
        <p:txBody>
          <a:bodyPr anchor="b">
            <a:normAutofit/>
          </a:bodyPr>
          <a:lstStyle>
            <a:lvl1pPr>
              <a:defRPr sz="3600"/>
            </a:lvl1pPr>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noChangeAspect="1"/>
          </p:cNvSpPr>
          <p:nvPr>
            <p:ph type="pic" sz="quarter" idx="13" hasCustomPrompt="1"/>
          </p:nvPr>
        </p:nvSpPr>
        <p:spPr>
          <a:xfrm>
            <a:off x="457200" y="457200"/>
            <a:ext cx="3952393" cy="59436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3108" y="1978488"/>
            <a:ext cx="6400800" cy="3931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94E3CD20-9BC1-4411-A4E2-3B37C24049B7}"/>
              </a:ext>
            </a:extLst>
          </p:cNvPr>
          <p:cNvSpPr>
            <a:spLocks noGrp="1"/>
          </p:cNvSpPr>
          <p:nvPr>
            <p:ph type="sldNum" sz="quarter" idx="17"/>
          </p:nvPr>
        </p:nvSpPr>
        <p:spPr>
          <a:xfrm>
            <a:off x="5312105" y="6126480"/>
            <a:ext cx="365760" cy="365125"/>
          </a:xfrm>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A745AD34-905D-5BB9-666C-2F8C95D63BEC}"/>
              </a:ext>
            </a:extLst>
          </p:cNvPr>
          <p:cNvSpPr>
            <a:spLocks noGrp="1"/>
          </p:cNvSpPr>
          <p:nvPr>
            <p:ph type="ftr" sz="quarter" idx="16"/>
          </p:nvPr>
        </p:nvSpPr>
        <p:spPr>
          <a:xfrm>
            <a:off x="5709702" y="6126480"/>
            <a:ext cx="3975211" cy="365125"/>
          </a:xfrm>
        </p:spPr>
        <p:txBody>
          <a:bodyPr/>
          <a:lstStyle/>
          <a:p>
            <a:r>
              <a:rPr lang="en-US"/>
              <a:t>Presentation title</a:t>
            </a:r>
          </a:p>
        </p:txBody>
      </p:sp>
      <p:sp>
        <p:nvSpPr>
          <p:cNvPr id="3" name="Date Placeholder 2">
            <a:extLst>
              <a:ext uri="{FF2B5EF4-FFF2-40B4-BE49-F238E27FC236}">
                <a16:creationId xmlns:a16="http://schemas.microsoft.com/office/drawing/2014/main" id="{4E84FBA4-81B9-2387-9280-85A1A169CC2D}"/>
              </a:ext>
            </a:extLst>
          </p:cNvPr>
          <p:cNvSpPr>
            <a:spLocks noGrp="1"/>
          </p:cNvSpPr>
          <p:nvPr>
            <p:ph type="dt" sz="half" idx="15"/>
          </p:nvPr>
        </p:nvSpPr>
        <p:spPr/>
        <p:txBody>
          <a:bodyPr/>
          <a:lstStyle/>
          <a:p>
            <a:fld id="{4D2F5157-4209-D142-B123-F174FB18FA7D}" type="datetime1">
              <a:rPr lang="en-US" smtClean="0"/>
              <a:t/>
            </a:fld>
            <a:endParaRPr lang="en-US"/>
          </a:p>
        </p:txBody>
      </p:sp>
    </p:spTree>
    <p:extLst>
      <p:ext uri="{BB962C8B-B14F-4D97-AF65-F5344CB8AC3E}">
        <p14:creationId xmlns:p14="http://schemas.microsoft.com/office/powerpoint/2010/main" val="2601230504"/>
      </p:ext>
    </p:extLst>
  </p:cSld>
  <p:clrMapOvr>
    <a:masterClrMapping/>
  </p:clrMapOvr>
</p:sldLayout>
</file>

<file path=ppt/slideLayouts/slideLayout_8000002C_6254631C.xml><?xml version="1.0" encoding="utf-8"?>
<p:sldLayout xmlns:a="http://schemas.openxmlformats.org/drawingml/2006/main" xmlns:r="http://schemas.openxmlformats.org/officeDocument/2006/relationships" xmlns:p="http://schemas.openxmlformats.org/presentationml/2006/main" preserve="1">
  <p:cSld name="Content with Picture 11">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B5BA68-BEB6-20D9-ED99-49AE2037C723}"/>
              </a:ext>
            </a:extLst>
          </p:cNvPr>
          <p:cNvSpPr/>
          <p:nvPr/>
        </p:nvSpPr>
        <p:spPr>
          <a:xfrm>
            <a:off x="7305675" y="-1"/>
            <a:ext cx="4886325"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6428962" cy="1143000"/>
          </a:xfr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737360"/>
            <a:ext cx="6428963"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4A48AAF-8DE6-EAE0-C3BC-3EF1475AC6CA}"/>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B3512C07-7A5F-BEB6-7A29-9DAB0CF47A67}"/>
              </a:ext>
            </a:extLst>
          </p:cNvPr>
          <p:cNvSpPr>
            <a:spLocks noGrp="1"/>
          </p:cNvSpPr>
          <p:nvPr>
            <p:ph type="ftr" sz="quarter" idx="16"/>
          </p:nvPr>
        </p:nvSpPr>
        <p:spPr/>
        <p:txBody>
          <a:bodyPr/>
          <a:lstStyle/>
          <a:p>
            <a:r>
              <a:rPr lang="en-US"/>
              <a:t>Presentation title</a:t>
            </a:r>
          </a:p>
        </p:txBody>
      </p:sp>
      <p:sp>
        <p:nvSpPr>
          <p:cNvPr id="4" name="Date Placeholder 3">
            <a:extLst>
              <a:ext uri="{FF2B5EF4-FFF2-40B4-BE49-F238E27FC236}">
                <a16:creationId xmlns:a16="http://schemas.microsoft.com/office/drawing/2014/main" id="{25EBBFD0-0424-7C4B-20AF-00D4497D7F34}"/>
              </a:ext>
            </a:extLst>
          </p:cNvPr>
          <p:cNvSpPr>
            <a:spLocks noGrp="1"/>
          </p:cNvSpPr>
          <p:nvPr>
            <p:ph type="dt" sz="half" idx="15"/>
          </p:nvPr>
        </p:nvSpPr>
        <p:spPr>
          <a:xfrm>
            <a:off x="4539443" y="6126480"/>
            <a:ext cx="2346720" cy="365125"/>
          </a:xfrm>
        </p:spPr>
        <p:txBody>
          <a:bodyPr/>
          <a:lstStyle/>
          <a:p>
            <a:fld id="{D4039460-34D4-104F-A87D-31820CDD6266}"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7769731" y="457200"/>
            <a:ext cx="3958213"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649697564"/>
      </p:ext>
    </p:extLst>
  </p:cSld>
  <p:clrMapOvr>
    <a:masterClrMapping/>
  </p:clrMapOvr>
</p:sldLayout>
</file>

<file path=ppt/slideLayouts/slideLayout_8000002D_8ED734DF.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274552" cy="932688"/>
          </a:xfrm>
        </p:spPr>
        <p:txBody>
          <a:bodyPr anchor="t" anchorCtr="0">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11480" y="1737360"/>
            <a:ext cx="4812154"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306BFCA8-9BD5-0D66-6653-7B45B382C4F3}"/>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E0A02138-E28D-3ED2-F911-171BA61DEEF9}"/>
              </a:ext>
            </a:extLst>
          </p:cNvPr>
          <p:cNvSpPr>
            <a:spLocks noGrp="1"/>
          </p:cNvSpPr>
          <p:nvPr>
            <p:ph type="ftr" sz="quarter" idx="16"/>
          </p:nvPr>
        </p:nvSpPr>
        <p:spPr>
          <a:xfrm>
            <a:off x="809077" y="6126480"/>
            <a:ext cx="3108960" cy="365125"/>
          </a:xfrm>
        </p:spPr>
        <p:txBody>
          <a:bodyPr/>
          <a:lstStyle/>
          <a:p>
            <a:r>
              <a:rPr lang="en-US"/>
              <a:t>Presentation title</a:t>
            </a:r>
          </a:p>
        </p:txBody>
      </p:sp>
      <p:sp>
        <p:nvSpPr>
          <p:cNvPr id="3" name="Date Placeholder 2">
            <a:extLst>
              <a:ext uri="{FF2B5EF4-FFF2-40B4-BE49-F238E27FC236}">
                <a16:creationId xmlns:a16="http://schemas.microsoft.com/office/drawing/2014/main" id="{01315DE3-263F-5B56-80FE-04252DA7AFCF}"/>
              </a:ext>
            </a:extLst>
          </p:cNvPr>
          <p:cNvSpPr>
            <a:spLocks noGrp="1"/>
          </p:cNvSpPr>
          <p:nvPr>
            <p:ph type="dt" sz="half" idx="15"/>
          </p:nvPr>
        </p:nvSpPr>
        <p:spPr>
          <a:xfrm>
            <a:off x="3949874" y="6126480"/>
            <a:ext cx="1273760" cy="365125"/>
          </a:xfrm>
        </p:spPr>
        <p:txBody>
          <a:bodyPr/>
          <a:lstStyle/>
          <a:p>
            <a:fld id="{1134199F-B77C-624E-8596-34C330D06B24}" type="datetime1">
              <a:rPr lang="en-US" smtClean="0"/>
              <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5658927" y="1737360"/>
            <a:ext cx="6533071" cy="512064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t="-463"/>
            </a:stretch>
          </a:blipFill>
        </p:spPr>
        <p:txBody>
          <a:bodyPr vert="horz" wrap="square" lIns="91440" tIns="45720" rIns="91440" bIns="45720" rtlCol="0">
            <a:noAutofit/>
          </a:bodyPr>
          <a:lstStyle>
            <a:lvl1pPr marL="0" indent="0">
              <a:buNone/>
              <a:defRPr lang="en-US" dirty="0"/>
            </a:lvl1pPr>
          </a:lstStyle>
          <a:p>
            <a:pPr marL="0" lvl="0" indent="0">
              <a:buNone/>
            </a:pPr>
            <a:r>
              <a:rPr lang="en-US"/>
              <a:t>   </a:t>
            </a:r>
          </a:p>
        </p:txBody>
      </p:sp>
    </p:spTree>
    <p:extLst>
      <p:ext uri="{BB962C8B-B14F-4D97-AF65-F5344CB8AC3E}">
        <p14:creationId xmlns:p14="http://schemas.microsoft.com/office/powerpoint/2010/main" val="2396468447"/>
      </p:ext>
    </p:extLst>
  </p:cSld>
  <p:clrMapOvr>
    <a:masterClrMapping/>
  </p:clrMapOvr>
</p:sldLayout>
</file>

<file path=ppt/slideLayouts/slideLayout_8000002E_62F9DFB0.xml><?xml version="1.0" encoding="utf-8"?>
<p:sldLayout xmlns:a="http://schemas.openxmlformats.org/drawingml/2006/main" xmlns:r="http://schemas.openxmlformats.org/officeDocument/2006/relationships" xmlns:p="http://schemas.openxmlformats.org/presentationml/2006/main" preserve="1">
  <p:cSld name="Content with Picture 13">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6589777" cy="932688"/>
          </a:xfrm>
        </p:spPr>
        <p:txBody>
          <a:bodyPr anchor="t" anchorCtr="0"/>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1737360"/>
            <a:ext cx="492918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989759" y="1737360"/>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0" lvl="0" indent="0">
              <a:buNone/>
            </a:pPr>
            <a:r>
              <a:rPr lang="en-US"/>
              <a:t>   </a:t>
            </a:r>
          </a:p>
        </p:txBody>
      </p:sp>
      <p:sp>
        <p:nvSpPr>
          <p:cNvPr id="7" name="Slide Number Placeholder 6">
            <a:extLst>
              <a:ext uri="{FF2B5EF4-FFF2-40B4-BE49-F238E27FC236}">
                <a16:creationId xmlns:a16="http://schemas.microsoft.com/office/drawing/2014/main" id="{3FA9E5AF-145E-4F1A-BB20-9409893575AE}"/>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00838992-9744-9F81-E393-2C3F1988DB63}"/>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73D553C8-D720-0A9C-1422-FB597AA90E65}"/>
              </a:ext>
            </a:extLst>
          </p:cNvPr>
          <p:cNvSpPr>
            <a:spLocks noGrp="1"/>
          </p:cNvSpPr>
          <p:nvPr>
            <p:ph type="dt" sz="half" idx="15"/>
          </p:nvPr>
        </p:nvSpPr>
        <p:spPr/>
        <p:txBody>
          <a:bodyPr/>
          <a:lstStyle/>
          <a:p>
            <a:fld id="{46D95950-DF64-8142-88A4-F8F59685720D}" type="datetime1">
              <a:rPr lang="en-US" smtClean="0"/>
              <a:t/>
            </a:fld>
            <a:endParaRPr lang="en-US"/>
          </a:p>
        </p:txBody>
      </p:sp>
      <p:pic>
        <p:nvPicPr>
          <p:cNvPr id="9" name="Picture 8" descr="A blue and black image of two birds&#10;&#10;AI-generated content may be incorrect.">
            <a:extLst>
              <a:ext uri="{FF2B5EF4-FFF2-40B4-BE49-F238E27FC236}">
                <a16:creationId xmlns:a16="http://schemas.microsoft.com/office/drawing/2014/main" id="{515AFBE3-40C6-81D7-9428-700F64A385D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400544" y="-10989"/>
            <a:ext cx="4160520" cy="919694"/>
          </a:xfrm>
          <a:prstGeom prst="rect">
            <a:avLst/>
          </a:prstGeom>
        </p:spPr>
      </p:pic>
    </p:spTree>
    <p:extLst>
      <p:ext uri="{BB962C8B-B14F-4D97-AF65-F5344CB8AC3E}">
        <p14:creationId xmlns:p14="http://schemas.microsoft.com/office/powerpoint/2010/main" val="1660542896"/>
      </p:ext>
    </p:extLst>
  </p:cSld>
  <p:clrMapOvr>
    <a:masterClrMapping/>
  </p:clrMapOvr>
</p:sldLayout>
</file>

<file path=ppt/slideLayouts/slideLayout_8000002F_8273007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9857233" cy="932688"/>
          </a:xfrm>
        </p:spPr>
        <p:txBody>
          <a:bodyPr anchor="t" anchorCtr="0"/>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0" y="1737361"/>
            <a:ext cx="6533071" cy="5120640"/>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b="-463"/>
            </a:stretch>
          </a:blipFill>
        </p:spPr>
        <p:txBody>
          <a:bodyPr vert="horz" wrap="square" lIns="91440" tIns="45720" rIns="91440" bIns="45720" rtlCol="0">
            <a:noAutofit/>
          </a:bodyPr>
          <a:lstStyle>
            <a:lvl1pPr marL="0" indent="0">
              <a:buNone/>
              <a:defRPr lang="en-US" dirty="0"/>
            </a:lvl1pPr>
          </a:lstStyle>
          <a:p>
            <a:pPr marL="0" lvl="0" indent="0">
              <a:buNone/>
            </a:pPr>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37360"/>
            <a:ext cx="4663440" cy="42976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D74937D0-8E8C-36F0-C09F-3935C5F5A187}"/>
              </a:ext>
            </a:extLst>
          </p:cNvPr>
          <p:cNvSpPr>
            <a:spLocks noGrp="1"/>
          </p:cNvSpPr>
          <p:nvPr>
            <p:ph type="sldNum" sz="quarter" idx="17"/>
          </p:nvPr>
        </p:nvSpPr>
        <p:spPr>
          <a:xfrm>
            <a:off x="7098034" y="6126480"/>
            <a:ext cx="365760" cy="365125"/>
          </a:xfrm>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DE8A5FE1-47F3-1838-9838-5F3981F5C024}"/>
              </a:ext>
            </a:extLst>
          </p:cNvPr>
          <p:cNvSpPr>
            <a:spLocks noGrp="1"/>
          </p:cNvSpPr>
          <p:nvPr>
            <p:ph type="ftr" sz="quarter" idx="16"/>
          </p:nvPr>
        </p:nvSpPr>
        <p:spPr>
          <a:xfrm>
            <a:off x="7495631" y="6126480"/>
            <a:ext cx="2818801" cy="365125"/>
          </a:xfrm>
        </p:spPr>
        <p:txBody>
          <a:bodyPr/>
          <a:lstStyle/>
          <a:p>
            <a:r>
              <a:rPr lang="en-US"/>
              <a:t>Presentation title</a:t>
            </a:r>
          </a:p>
        </p:txBody>
      </p:sp>
      <p:sp>
        <p:nvSpPr>
          <p:cNvPr id="3" name="Date Placeholder 2">
            <a:extLst>
              <a:ext uri="{FF2B5EF4-FFF2-40B4-BE49-F238E27FC236}">
                <a16:creationId xmlns:a16="http://schemas.microsoft.com/office/drawing/2014/main" id="{C2FADA45-5086-049B-5151-875044D0EB2B}"/>
              </a:ext>
            </a:extLst>
          </p:cNvPr>
          <p:cNvSpPr>
            <a:spLocks noGrp="1"/>
          </p:cNvSpPr>
          <p:nvPr>
            <p:ph type="dt" sz="half" idx="15"/>
          </p:nvPr>
        </p:nvSpPr>
        <p:spPr>
          <a:xfrm>
            <a:off x="10314432" y="6126480"/>
            <a:ext cx="1443628" cy="365125"/>
          </a:xfrm>
        </p:spPr>
        <p:txBody>
          <a:bodyPr/>
          <a:lstStyle/>
          <a:p>
            <a:fld id="{05030E4E-627B-D64F-876E-5B4D0895463B}" type="datetime1">
              <a:rPr lang="en-US" smtClean="0"/>
              <a:t/>
            </a:fld>
            <a:endParaRPr lang="en-US"/>
          </a:p>
        </p:txBody>
      </p:sp>
      <p:pic>
        <p:nvPicPr>
          <p:cNvPr id="4" name="Picture 3">
            <a:extLst>
              <a:ext uri="{FF2B5EF4-FFF2-40B4-BE49-F238E27FC236}">
                <a16:creationId xmlns:a16="http://schemas.microsoft.com/office/drawing/2014/main" id="{D34749E5-FB47-A780-BB70-15427C5C9C79}"/>
              </a:ext>
            </a:extLst>
          </p:cNvPr>
          <p:cNvPicPr>
            <a:picLocks noChangeAspect="1"/>
          </p:cNvPicPr>
          <p:nvPr/>
        </p:nvPicPr>
        <p:blipFill>
          <a:blip r:embed="rId3" cstate="email">
            <a:extLst>
              <a:ext uri="{28A0092B-C50C-407E-A947-70E740481C1C}">
                <a14:useLocalDpi xmlns:a14="http://schemas.microsoft.com/office/drawing/2010/main"/>
              </a:ext>
            </a:extLst>
          </a:blip>
          <a:srcRect t="46924" r="48863"/>
          <a:stretch>
            <a:fillRect/>
          </a:stretch>
        </p:blipFill>
        <p:spPr>
          <a:xfrm>
            <a:off x="10841171" y="-1694"/>
            <a:ext cx="1350829" cy="707766"/>
          </a:xfrm>
          <a:prstGeom prst="rect">
            <a:avLst/>
          </a:prstGeom>
        </p:spPr>
      </p:pic>
      <p:pic>
        <p:nvPicPr>
          <p:cNvPr id="7" name="Picture 6" descr="A blue leaf on a black background&#10;&#10;AI-generated content may be incorrect.">
            <a:extLst>
              <a:ext uri="{FF2B5EF4-FFF2-40B4-BE49-F238E27FC236}">
                <a16:creationId xmlns:a16="http://schemas.microsoft.com/office/drawing/2014/main" id="{CC4A5946-E946-3908-F594-36D825BAA616}"/>
              </a:ext>
            </a:extLst>
          </p:cNvPr>
          <p:cNvPicPr>
            <a:picLocks noChangeAspect="1"/>
          </p:cNvPicPr>
          <p:nvPr/>
        </p:nvPicPr>
        <p:blipFill>
          <a:blip r:embed="rId4" cstate="email">
            <a:extLst>
              <a:ext uri="{28A0092B-C50C-407E-A947-70E740481C1C}">
                <a14:useLocalDpi xmlns:a14="http://schemas.microsoft.com/office/drawing/2010/main"/>
              </a:ext>
            </a:extLst>
          </a:blip>
          <a:srcRect t="-6753" b="-3752"/>
          <a:stretch>
            <a:fillRect/>
          </a:stretch>
        </p:blipFill>
        <p:spPr>
          <a:xfrm rot="16200000" flipH="1">
            <a:off x="10305612" y="-161869"/>
            <a:ext cx="611235" cy="934973"/>
          </a:xfrm>
          <a:prstGeom prst="rect">
            <a:avLst/>
          </a:prstGeom>
        </p:spPr>
      </p:pic>
    </p:spTree>
    <p:extLst>
      <p:ext uri="{BB962C8B-B14F-4D97-AF65-F5344CB8AC3E}">
        <p14:creationId xmlns:p14="http://schemas.microsoft.com/office/powerpoint/2010/main" val="2188574835"/>
      </p:ext>
    </p:extLst>
  </p:cSld>
  <p:clrMapOvr>
    <a:masterClrMapping/>
  </p:clrMapOvr>
</p:sldLayout>
</file>

<file path=ppt/slideLayouts/slideLayout_8000003A_AEF339DD.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9" name="Picture 8" descr="Blue leaves on a black background&#10;&#10;AI-generated content may be incorrect.">
            <a:extLst>
              <a:ext uri="{FF2B5EF4-FFF2-40B4-BE49-F238E27FC236}">
                <a16:creationId xmlns:a16="http://schemas.microsoft.com/office/drawing/2014/main" id="{D25D851B-A4D3-5C99-951A-68207FA26812}"/>
              </a:ext>
            </a:extLst>
          </p:cNvPr>
          <p:cNvPicPr>
            <a:picLocks noChangeAspect="1"/>
          </p:cNvPicPr>
          <p:nvPr/>
        </p:nvPicPr>
        <p:blipFill>
          <a:blip r:embed="rId2"/>
          <a:stretch>
            <a:fillRect/>
          </a:stretch>
        </p:blipFill>
        <p:spPr>
          <a:xfrm>
            <a:off x="5160693" y="0"/>
            <a:ext cx="7031307"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57200" y="5195516"/>
            <a:ext cx="5760720" cy="640080"/>
          </a:xfrm>
        </p:spPr>
        <p:txBody>
          <a:bodyPr anchor="ctr">
            <a:normAutofit/>
          </a:bodyPr>
          <a:lstStyle>
            <a:lvl1pPr>
              <a:lnSpc>
                <a:spcPct val="120000"/>
              </a:lnSpc>
              <a:defRPr sz="18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457200" y="457200"/>
            <a:ext cx="5760720" cy="4579422"/>
          </a:xfrm>
        </p:spPr>
        <p:txBody>
          <a:bodyPr anchor="ctr" anchorCtr="0">
            <a:normAutofit/>
          </a:bodyPr>
          <a:lstStyle>
            <a:lvl1pPr marL="0" indent="-164592">
              <a:lnSpc>
                <a:spcPct val="80000"/>
              </a:lnSpc>
              <a:spcBef>
                <a:spcPts val="0"/>
              </a:spcBef>
              <a:buNone/>
              <a:defRPr sz="4400" cap="all" spc="0" baseline="0">
                <a:latin typeface="+mj-lt"/>
                <a:cs typeface="Urdu Typesetting" panose="03020402040406030203" pitchFamily="66" charset="-78"/>
              </a:defRPr>
            </a:lvl1pPr>
          </a:lstStyle>
          <a:p>
            <a:pPr lvl="0"/>
            <a:r>
              <a:rPr lang="en-US"/>
              <a:t>Click to add Quote</a:t>
            </a:r>
          </a:p>
        </p:txBody>
      </p:sp>
    </p:spTree>
    <p:extLst>
      <p:ext uri="{BB962C8B-B14F-4D97-AF65-F5344CB8AC3E}">
        <p14:creationId xmlns:p14="http://schemas.microsoft.com/office/powerpoint/2010/main" val="2935175645"/>
      </p:ext>
    </p:extLst>
  </p:cSld>
  <p:clrMapOvr>
    <a:masterClrMapping/>
  </p:clrMapOvr>
</p:sldLayout>
</file>

<file path=ppt/slideLayouts/slideLayout_8000003B_702CC625.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5689600" y="4941517"/>
            <a:ext cx="5588000" cy="640080"/>
          </a:xfrm>
        </p:spPr>
        <p:txBody>
          <a:bodyPr anchor="ctr">
            <a:normAutofit/>
          </a:bodyPr>
          <a:lstStyle>
            <a:lvl1pPr>
              <a:lnSpc>
                <a:spcPct val="120000"/>
              </a:lnSpc>
              <a:defRPr sz="18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689600" y="1049867"/>
            <a:ext cx="5588000" cy="3657597"/>
          </a:xfrm>
        </p:spPr>
        <p:txBody>
          <a:bodyPr anchor="ctr" anchorCtr="0">
            <a:normAutofit/>
          </a:bodyPr>
          <a:lstStyle>
            <a:lvl1pPr marL="0" indent="-164592">
              <a:lnSpc>
                <a:spcPct val="80000"/>
              </a:lnSpc>
              <a:spcBef>
                <a:spcPts val="0"/>
              </a:spcBef>
              <a:buNone/>
              <a:defRPr sz="4800" cap="all" spc="0" baseline="0">
                <a:latin typeface="+mj-lt"/>
                <a:cs typeface="Urdu Typesetting" panose="03020402040406030203" pitchFamily="66" charset="-78"/>
              </a:defRPr>
            </a:lvl1pPr>
          </a:lstStyle>
          <a:p>
            <a:pPr lvl="0"/>
            <a:r>
              <a:rPr lang="en-US"/>
              <a:t>Click to add Quote</a:t>
            </a:r>
          </a:p>
        </p:txBody>
      </p:sp>
      <p:sp>
        <p:nvSpPr>
          <p:cNvPr id="11" name="Slide Number Placeholder 10">
            <a:extLst>
              <a:ext uri="{FF2B5EF4-FFF2-40B4-BE49-F238E27FC236}">
                <a16:creationId xmlns:a16="http://schemas.microsoft.com/office/drawing/2014/main" id="{72D73AE9-869B-7BF3-50A5-234196163F7D}"/>
              </a:ext>
            </a:extLst>
          </p:cNvPr>
          <p:cNvSpPr>
            <a:spLocks noGrp="1"/>
          </p:cNvSpPr>
          <p:nvPr>
            <p:ph type="sldNum" sz="quarter" idx="16"/>
          </p:nvPr>
        </p:nvSpPr>
        <p:spPr/>
        <p:txBody>
          <a:bodyPr/>
          <a:lstStyle/>
          <a:p>
            <a:fld id="{40B778AE-8D30-EC43-B255-420E7914C179}" type="slidenum">
              <a:rPr lang="en-US" smtClean="0"/>
              <a:pPr/>
              <a:t/>
            </a:fld>
            <a:endParaRPr lang="en-US"/>
          </a:p>
        </p:txBody>
      </p:sp>
      <p:sp>
        <p:nvSpPr>
          <p:cNvPr id="10" name="Footer Placeholder 9">
            <a:extLst>
              <a:ext uri="{FF2B5EF4-FFF2-40B4-BE49-F238E27FC236}">
                <a16:creationId xmlns:a16="http://schemas.microsoft.com/office/drawing/2014/main" id="{E3FEB0EA-071D-4499-B42D-F2B8EA05084E}"/>
              </a:ext>
            </a:extLst>
          </p:cNvPr>
          <p:cNvSpPr>
            <a:spLocks noGrp="1"/>
          </p:cNvSpPr>
          <p:nvPr>
            <p:ph type="ftr" sz="quarter" idx="15"/>
          </p:nvPr>
        </p:nvSpPr>
        <p:spPr/>
        <p:txBody>
          <a:bodyPr/>
          <a:lstStyle/>
          <a:p>
            <a:r>
              <a:rPr lang="en-US"/>
              <a:t>Presentation title</a:t>
            </a:r>
          </a:p>
        </p:txBody>
      </p:sp>
      <p:sp>
        <p:nvSpPr>
          <p:cNvPr id="9" name="Date Placeholder 8">
            <a:extLst>
              <a:ext uri="{FF2B5EF4-FFF2-40B4-BE49-F238E27FC236}">
                <a16:creationId xmlns:a16="http://schemas.microsoft.com/office/drawing/2014/main" id="{1B50E06B-939B-0AAF-0ECC-655004CFE61E}"/>
              </a:ext>
            </a:extLst>
          </p:cNvPr>
          <p:cNvSpPr>
            <a:spLocks noGrp="1"/>
          </p:cNvSpPr>
          <p:nvPr>
            <p:ph type="dt" sz="half" idx="14"/>
          </p:nvPr>
        </p:nvSpPr>
        <p:spPr/>
        <p:txBody>
          <a:bodyPr/>
          <a:lstStyle/>
          <a:p>
            <a:fld id="{D77E73F5-CCA3-444E-8B15-361BEE3A4343}" type="datetime1">
              <a:rPr lang="en-US" smtClean="0"/>
              <a:t/>
            </a:fld>
            <a:endParaRPr lang="en-US"/>
          </a:p>
        </p:txBody>
      </p:sp>
      <p:pic>
        <p:nvPicPr>
          <p:cNvPr id="4" name="Picture 3" descr="A lemon on a branch&#10;&#10;AI-generated content may be incorrect.">
            <a:extLst>
              <a:ext uri="{FF2B5EF4-FFF2-40B4-BE49-F238E27FC236}">
                <a16:creationId xmlns:a16="http://schemas.microsoft.com/office/drawing/2014/main" id="{6C8943F9-BACC-FB6D-553E-E3ABEBDAF8F4}"/>
              </a:ext>
            </a:extLst>
          </p:cNvPr>
          <p:cNvPicPr>
            <a:picLocks noChangeAspect="1"/>
          </p:cNvPicPr>
          <p:nvPr/>
        </p:nvPicPr>
        <p:blipFill>
          <a:blip r:embed="rId2"/>
          <a:stretch>
            <a:fillRect/>
          </a:stretch>
        </p:blipFill>
        <p:spPr>
          <a:xfrm>
            <a:off x="809077" y="935877"/>
            <a:ext cx="4131220" cy="4645152"/>
          </a:xfrm>
          <a:prstGeom prst="rect">
            <a:avLst/>
          </a:prstGeom>
        </p:spPr>
      </p:pic>
    </p:spTree>
    <p:extLst>
      <p:ext uri="{BB962C8B-B14F-4D97-AF65-F5344CB8AC3E}">
        <p14:creationId xmlns:p14="http://schemas.microsoft.com/office/powerpoint/2010/main" val="1881982501"/>
      </p:ext>
    </p:extLst>
  </p:cSld>
  <p:clrMapOvr>
    <a:masterClrMapping/>
  </p:clrMapOvr>
</p:sldLayout>
</file>

<file path=ppt/slideLayouts/slideLayout_8000003C_84F35A0A.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2209800" y="4955722"/>
            <a:ext cx="7772400" cy="669472"/>
          </a:xfrm>
        </p:spPr>
        <p:txBody>
          <a:bodyPr anchor="ctr">
            <a:normAutofit/>
          </a:bodyPr>
          <a:lstStyle>
            <a:lvl1pPr algn="ctr">
              <a:lnSpc>
                <a:spcPct val="12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209800" y="1344168"/>
            <a:ext cx="7772400" cy="3291840"/>
          </a:xfrm>
        </p:spPr>
        <p:txBody>
          <a:bodyPr anchor="ctr">
            <a:normAutofit/>
          </a:bodyPr>
          <a:lstStyle>
            <a:lvl1pPr marL="0" indent="-164592" algn="ctr">
              <a:lnSpc>
                <a:spcPct val="80000"/>
              </a:lnSpc>
              <a:spcBef>
                <a:spcPts val="0"/>
              </a:spcBef>
              <a:buNone/>
              <a:defRPr sz="4000" cap="all" spc="0" baseline="0">
                <a:solidFill>
                  <a:schemeClr val="tx2"/>
                </a:solidFill>
                <a:latin typeface="+mj-lt"/>
                <a:cs typeface="Urdu Typesetting" panose="03020402040406030203" pitchFamily="66" charset="-78"/>
              </a:defRPr>
            </a:lvl1pPr>
          </a:lstStyle>
          <a:p>
            <a:pPr lvl="0"/>
            <a:r>
              <a:rPr lang="en-US"/>
              <a:t>Click to add Quote</a:t>
            </a:r>
          </a:p>
        </p:txBody>
      </p:sp>
      <p:pic>
        <p:nvPicPr>
          <p:cNvPr id="10" name="Picture 9" descr="A blue leaf on a black background&#10;&#10;AI-generated content may be incorrect.">
            <a:extLst>
              <a:ext uri="{FF2B5EF4-FFF2-40B4-BE49-F238E27FC236}">
                <a16:creationId xmlns:a16="http://schemas.microsoft.com/office/drawing/2014/main" id="{E1FAE426-B259-9B7E-DA6B-E052E1FCE6B2}"/>
              </a:ext>
            </a:extLst>
          </p:cNvPr>
          <p:cNvPicPr>
            <a:picLocks noChangeAspect="1"/>
          </p:cNvPicPr>
          <p:nvPr/>
        </p:nvPicPr>
        <p:blipFill>
          <a:blip r:embed="rId2" cstate="email">
            <a:extLst>
              <a:ext uri="{28A0092B-C50C-407E-A947-70E740481C1C}">
                <a14:useLocalDpi xmlns:a14="http://schemas.microsoft.com/office/drawing/2010/main"/>
              </a:ext>
            </a:extLst>
          </a:blip>
          <a:srcRect t="41628"/>
          <a:stretch>
            <a:fillRect/>
          </a:stretch>
        </p:blipFill>
        <p:spPr>
          <a:xfrm flipH="1">
            <a:off x="1638457" y="-1"/>
            <a:ext cx="3509674" cy="1034177"/>
          </a:xfrm>
          <a:prstGeom prst="rect">
            <a:avLst/>
          </a:prstGeom>
        </p:spPr>
      </p:pic>
      <p:pic>
        <p:nvPicPr>
          <p:cNvPr id="11" name="Picture 10" descr="Blue leaves on a black background&#10;&#10;AI-generated content may be incorrect.">
            <a:extLst>
              <a:ext uri="{FF2B5EF4-FFF2-40B4-BE49-F238E27FC236}">
                <a16:creationId xmlns:a16="http://schemas.microsoft.com/office/drawing/2014/main" id="{0A0E2D79-EB43-8B87-7AC2-A0043A5E3F8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pic>
        <p:nvPicPr>
          <p:cNvPr id="12" name="Picture 11" descr="Blue leaves on a black background&#10;&#10;AI-generated content may be incorrect.">
            <a:extLst>
              <a:ext uri="{FF2B5EF4-FFF2-40B4-BE49-F238E27FC236}">
                <a16:creationId xmlns:a16="http://schemas.microsoft.com/office/drawing/2014/main" id="{7373C030-FF01-D4D1-E8D8-0EE4E6036E1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flipV="1">
            <a:off x="10171959" y="780706"/>
            <a:ext cx="2020041" cy="1418042"/>
          </a:xfrm>
          <a:prstGeom prst="rect">
            <a:avLst/>
          </a:prstGeom>
        </p:spPr>
      </p:pic>
    </p:spTree>
    <p:extLst>
      <p:ext uri="{BB962C8B-B14F-4D97-AF65-F5344CB8AC3E}">
        <p14:creationId xmlns:p14="http://schemas.microsoft.com/office/powerpoint/2010/main" val="2230540810"/>
      </p:ext>
    </p:extLst>
  </p:cSld>
  <p:clrMapOvr>
    <a:masterClrMapping/>
  </p:clrMapOvr>
</p:sldLayout>
</file>

<file path=ppt/slideLayouts/slideLayout_8000003D_F7BCE3E6.xml><?xml version="1.0" encoding="utf-8"?>
<p:sldLayout xmlns:a="http://schemas.openxmlformats.org/drawingml/2006/main" xmlns:r="http://schemas.openxmlformats.org/officeDocument/2006/relationships" xmlns:p="http://schemas.openxmlformats.org/presentationml/2006/main" preserve="1">
  <p:cSld name="Quote 4">
    <p:bg>
      <p:bgRef idx="1001">
        <a:schemeClr val="bg2"/>
      </p:bgRef>
    </p:bg>
    <p:spTree>
      <p:nvGrpSpPr>
        <p:cNvPr id="1" name=""/>
        <p:cNvGrpSpPr/>
        <p:nvPr/>
      </p:nvGrpSpPr>
      <p:grpSpPr>
        <a:xfrm>
          <a:off x="0" y="0"/>
          <a:ext cx="0" cy="0"/>
          <a:chOff x="0" y="0"/>
          <a:chExt cx="0" cy="0"/>
        </a:xfrm>
      </p:grpSpPr>
      <p:pic>
        <p:nvPicPr>
          <p:cNvPr id="12" name="Picture 11" descr="Blue leaves in a circle&#10;&#10;AI-generated content may be incorrect.">
            <a:extLst>
              <a:ext uri="{FF2B5EF4-FFF2-40B4-BE49-F238E27FC236}">
                <a16:creationId xmlns:a16="http://schemas.microsoft.com/office/drawing/2014/main" id="{E981F3B3-629F-D680-2DF2-E8D2A2A6BC26}"/>
              </a:ext>
            </a:extLst>
          </p:cNvPr>
          <p:cNvPicPr>
            <a:picLocks noChangeAspect="1"/>
          </p:cNvPicPr>
          <p:nvPr/>
        </p:nvPicPr>
        <p:blipFill>
          <a:blip r:embed="rId2"/>
          <a:stretch>
            <a:fillRect/>
          </a:stretch>
        </p:blipFill>
        <p:spPr>
          <a:xfrm>
            <a:off x="0" y="0"/>
            <a:ext cx="12202847" cy="6858000"/>
          </a:xfrm>
          <a:prstGeom prst="rect">
            <a:avLst/>
          </a:prstGeom>
        </p:spPr>
      </p:pic>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352800" y="4782298"/>
            <a:ext cx="5486400" cy="669472"/>
          </a:xfrm>
        </p:spPr>
        <p:txBody>
          <a:bodyPr anchor="ctr">
            <a:normAutofit/>
          </a:bodyPr>
          <a:lstStyle>
            <a:lvl1pPr algn="ctr">
              <a:lnSpc>
                <a:spcPct val="12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2804160" y="1344168"/>
            <a:ext cx="6583680" cy="3291840"/>
          </a:xfrm>
        </p:spPr>
        <p:txBody>
          <a:bodyPr anchor="ctr">
            <a:normAutofit/>
          </a:bodyPr>
          <a:lstStyle>
            <a:lvl1pPr marL="0" indent="-164592" algn="ctr">
              <a:lnSpc>
                <a:spcPct val="80000"/>
              </a:lnSpc>
              <a:spcBef>
                <a:spcPts val="0"/>
              </a:spcBef>
              <a:buNone/>
              <a:defRPr sz="4000" cap="all" spc="0" baseline="0">
                <a:solidFill>
                  <a:schemeClr val="tx2"/>
                </a:solidFill>
                <a:latin typeface="+mj-lt"/>
                <a:cs typeface="Urdu Typesetting" panose="03020402040406030203" pitchFamily="66" charset="-78"/>
              </a:defRPr>
            </a:lvl1pPr>
          </a:lstStyle>
          <a:p>
            <a:pPr lvl="0"/>
            <a:r>
              <a:rPr lang="en-US"/>
              <a:t>Click to add Quote</a:t>
            </a:r>
          </a:p>
        </p:txBody>
      </p:sp>
    </p:spTree>
    <p:extLst>
      <p:ext uri="{BB962C8B-B14F-4D97-AF65-F5344CB8AC3E}">
        <p14:creationId xmlns:p14="http://schemas.microsoft.com/office/powerpoint/2010/main" val="4156351462"/>
      </p:ext>
    </p:extLst>
  </p:cSld>
  <p:clrMapOvr>
    <a:overrideClrMapping bg1="dk1" tx1="lt1" bg2="dk2" tx2="lt2" accent1="accent1" accent2="accent2" accent3="accent3" accent4="accent4" accent5="accent5" accent6="accent6" hlink="hlink" folHlink="folHlink"/>
  </p:clrMapOvr>
</p:sldLayout>
</file>

<file path=ppt/slideLayouts/slideLayout_8000003E_6B53EED0.xml><?xml version="1.0" encoding="utf-8"?>
<p:sldLayout xmlns:a="http://schemas.openxmlformats.org/drawingml/2006/main" xmlns:r="http://schemas.openxmlformats.org/officeDocument/2006/relationships" xmlns:p="http://schemas.openxmlformats.org/presentationml/2006/main" preserve="1" userDrawn="1">
  <p:cSld name="Quote 5">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AE60374-D5A7-578F-94DF-B3AE40A63D76}"/>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A60FC988-C014-CA7D-7F26-4EDC15295517}"/>
              </a:ext>
            </a:extLst>
          </p:cNvPr>
          <p:cNvSpPr>
            <a:spLocks noGrp="1"/>
          </p:cNvSpPr>
          <p:nvPr>
            <p:ph type="title" hasCustomPrompt="1"/>
          </p:nvPr>
        </p:nvSpPr>
        <p:spPr>
          <a:xfrm>
            <a:off x="2579838" y="4553078"/>
            <a:ext cx="5638800" cy="788610"/>
          </a:xfrm>
        </p:spPr>
        <p:txBody>
          <a:bodyPr/>
          <a:lstStyle>
            <a:lvl1pPr>
              <a:lnSpc>
                <a:spcPct val="120000"/>
              </a:lnSpc>
              <a:defRPr sz="1800" spc="100" baseline="0">
                <a:latin typeface="+mn-lt"/>
              </a:defRPr>
            </a:lvl1pPr>
          </a:lstStyle>
          <a:p>
            <a:r>
              <a:rPr lang="en-US"/>
              <a:t>Quote Author</a:t>
            </a:r>
          </a:p>
        </p:txBody>
      </p:sp>
      <p:sp>
        <p:nvSpPr>
          <p:cNvPr id="13" name="Content Placeholder 12">
            <a:extLst>
              <a:ext uri="{FF2B5EF4-FFF2-40B4-BE49-F238E27FC236}">
                <a16:creationId xmlns:a16="http://schemas.microsoft.com/office/drawing/2014/main" id="{F4BC7C1D-C941-64F4-959E-B9487BF4CD0A}"/>
              </a:ext>
            </a:extLst>
          </p:cNvPr>
          <p:cNvSpPr>
            <a:spLocks noGrp="1"/>
          </p:cNvSpPr>
          <p:nvPr>
            <p:ph sz="quarter" idx="14" hasCustomPrompt="1"/>
          </p:nvPr>
        </p:nvSpPr>
        <p:spPr>
          <a:xfrm>
            <a:off x="2579837" y="1047879"/>
            <a:ext cx="8483601" cy="3371850"/>
          </a:xfrm>
        </p:spPr>
        <p:txBody>
          <a:bodyPr anchor="ctr"/>
          <a:lstStyle>
            <a:lvl1pPr indent="0">
              <a:lnSpc>
                <a:spcPct val="80000"/>
              </a:lnSpc>
              <a:buNone/>
              <a:defRPr sz="5400" cap="all" baseline="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A51628BD-4B0C-2949-B92B-496E78197D17}" type="datetime1">
              <a:rPr lang="en-US" smtClean="0"/>
              <a:t/>
            </a:fld>
            <a:endParaRPr lang="en-US"/>
          </a:p>
        </p:txBody>
      </p:sp>
      <p:pic>
        <p:nvPicPr>
          <p:cNvPr id="9" name="Picture 8" descr="Blue leaves on a black background&#10;&#10;AI-generated content may be incorrect.">
            <a:extLst>
              <a:ext uri="{FF2B5EF4-FFF2-40B4-BE49-F238E27FC236}">
                <a16:creationId xmlns:a16="http://schemas.microsoft.com/office/drawing/2014/main" id="{AD9087A2-9DF4-E9FD-70DE-819B7480EA6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1800662736"/>
      </p:ext>
    </p:extLst>
  </p:cSld>
  <p:clrMapOvr>
    <a:masterClrMapping/>
  </p:clrMapOvr>
</p:sldLayout>
</file>

<file path=ppt/slideLayouts/slideLayout_8000003F_F971DAD5.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pic>
        <p:nvPicPr>
          <p:cNvPr id="3" name="Picture 2" descr="A blue leaf on a black background&#10;&#10;AI-generated content may be incorrect.">
            <a:extLst>
              <a:ext uri="{FF2B5EF4-FFF2-40B4-BE49-F238E27FC236}">
                <a16:creationId xmlns:a16="http://schemas.microsoft.com/office/drawing/2014/main" id="{2980446A-4C51-EF2C-7912-750EC8808760}"/>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flipH="1">
            <a:off x="7315200" y="-1"/>
            <a:ext cx="3361254" cy="1034177"/>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034176"/>
            <a:ext cx="11300859" cy="1388984"/>
          </a:xfrm>
        </p:spPr>
        <p:txBody>
          <a:bodyPr anchor="b">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200" y="2651760"/>
            <a:ext cx="11300860"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936E4B0-8B14-9B4C-A31A-5987B81B3FF3}" type="datetime1">
              <a:rPr lang="en-US" smtClean="0"/>
              <a:t/>
            </a:fld>
            <a:endParaRPr lang="en-US"/>
          </a:p>
        </p:txBody>
      </p:sp>
    </p:spTree>
    <p:extLst>
      <p:ext uri="{BB962C8B-B14F-4D97-AF65-F5344CB8AC3E}">
        <p14:creationId xmlns:p14="http://schemas.microsoft.com/office/powerpoint/2010/main" val="4184988373"/>
      </p:ext>
    </p:extLst>
  </p:cSld>
  <p:clrMapOvr>
    <a:masterClrMapping/>
  </p:clrMapOvr>
</p:sldLayout>
</file>

<file path=ppt/slideLayouts/slideLayout_80000001_7EDC790F.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89631D5-4CBA-B958-66E5-1D06CE60A685}"/>
              </a:ext>
            </a:extLst>
          </p:cNvPr>
          <p:cNvSpPr/>
          <p:nvPr/>
        </p:nvSpPr>
        <p:spPr>
          <a:xfrm>
            <a:off x="457200" y="1110996"/>
            <a:ext cx="11277600" cy="463600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8">
            <a:extLst>
              <a:ext uri="{FF2B5EF4-FFF2-40B4-BE49-F238E27FC236}">
                <a16:creationId xmlns:a16="http://schemas.microsoft.com/office/drawing/2014/main" id="{2E59B00B-2A72-3526-46B5-2D31EFBA19C1}"/>
              </a:ext>
            </a:extLst>
          </p:cNvPr>
          <p:cNvSpPr>
            <a:spLocks noGrp="1"/>
          </p:cNvSpPr>
          <p:nvPr>
            <p:ph type="title"/>
          </p:nvPr>
        </p:nvSpPr>
        <p:spPr>
          <a:xfrm>
            <a:off x="691079" y="1394139"/>
            <a:ext cx="5336630" cy="4069724"/>
          </a:xfrm>
        </p:spPr>
        <p:txBody>
          <a:bodyPr>
            <a:normAutofit/>
          </a:bodyPr>
          <a:lstStyle>
            <a:lvl1pPr>
              <a:defRPr sz="4800"/>
            </a:lvl1pPr>
          </a:lstStyle>
          <a:p>
            <a:r>
              <a:rPr lang="en-US"/>
              <a:t>Click to edit Master title style</a:t>
            </a:r>
          </a:p>
        </p:txBody>
      </p:sp>
      <p:sp>
        <p:nvSpPr>
          <p:cNvPr id="12" name="Subtitle 2">
            <a:extLst>
              <a:ext uri="{FF2B5EF4-FFF2-40B4-BE49-F238E27FC236}">
                <a16:creationId xmlns:a16="http://schemas.microsoft.com/office/drawing/2014/main" id="{E53AC4E3-F9DF-C029-69FF-01D7C04DE01A}"/>
              </a:ext>
            </a:extLst>
          </p:cNvPr>
          <p:cNvSpPr>
            <a:spLocks noGrp="1"/>
          </p:cNvSpPr>
          <p:nvPr>
            <p:ph type="subTitle" idx="1"/>
          </p:nvPr>
        </p:nvSpPr>
        <p:spPr>
          <a:xfrm>
            <a:off x="360370" y="6031065"/>
            <a:ext cx="9144000" cy="548640"/>
          </a:xfrm>
        </p:spPr>
        <p:txBody>
          <a:bodyPr vert="horz" lIns="91440" tIns="45720" rIns="91440" bIns="45720" rtlCol="0" anchor="ctr">
            <a:normAutofit/>
          </a:bodyPr>
          <a:lstStyle>
            <a:lvl1pPr marL="0" indent="0">
              <a:buNone/>
              <a:defRPr lang="en-US" sz="1600" cap="all" spc="100" baseline="0" dirty="0"/>
            </a:lvl1pPr>
          </a:lstStyle>
          <a:p>
            <a:pPr lvl="0"/>
            <a:r>
              <a:rPr lang="en-US"/>
              <a:t>Click to edit Master subtitle style</a:t>
            </a:r>
          </a:p>
        </p:txBody>
      </p:sp>
      <p:sp>
        <p:nvSpPr>
          <p:cNvPr id="7" name="Footer Placeholder 6">
            <a:extLst>
              <a:ext uri="{FF2B5EF4-FFF2-40B4-BE49-F238E27FC236}">
                <a16:creationId xmlns:a16="http://schemas.microsoft.com/office/drawing/2014/main" id="{1D47A7DF-A880-1D22-F809-631CB36C5DE4}"/>
              </a:ext>
            </a:extLst>
          </p:cNvPr>
          <p:cNvSpPr>
            <a:spLocks noGrp="1"/>
          </p:cNvSpPr>
          <p:nvPr>
            <p:ph type="ftr" sz="quarter" idx="11"/>
          </p:nvPr>
        </p:nvSpPr>
        <p:spPr>
          <a:xfrm>
            <a:off x="453520" y="430684"/>
            <a:ext cx="4114800" cy="365125"/>
          </a:xfrm>
        </p:spPr>
        <p:txBody>
          <a:bodyPr/>
          <a:lstStyle/>
          <a:p>
            <a:r>
              <a:rPr lang="en-US"/>
              <a:t>Presentation title</a:t>
            </a:r>
          </a:p>
        </p:txBody>
      </p:sp>
      <p:sp>
        <p:nvSpPr>
          <p:cNvPr id="6" name="Date Placeholder 5">
            <a:extLst>
              <a:ext uri="{FF2B5EF4-FFF2-40B4-BE49-F238E27FC236}">
                <a16:creationId xmlns:a16="http://schemas.microsoft.com/office/drawing/2014/main" id="{A9645FC2-7E06-2307-2D7B-2B52E501815F}"/>
              </a:ext>
            </a:extLst>
          </p:cNvPr>
          <p:cNvSpPr>
            <a:spLocks noGrp="1"/>
          </p:cNvSpPr>
          <p:nvPr>
            <p:ph type="dt" sz="half" idx="10"/>
          </p:nvPr>
        </p:nvSpPr>
        <p:spPr>
          <a:xfrm>
            <a:off x="9109450" y="430684"/>
            <a:ext cx="2743200" cy="365125"/>
          </a:xfrm>
        </p:spPr>
        <p:txBody>
          <a:bodyPr/>
          <a:lstStyle/>
          <a:p>
            <a:fld id="{C6B4DC52-CC44-D647-BBB1-762854F46572}" type="datetime1">
              <a:rPr lang="en-US" smtClean="0"/>
              <a:t/>
            </a:fld>
            <a:endParaRPr lang="en-US"/>
          </a:p>
        </p:txBody>
      </p:sp>
      <p:sp>
        <p:nvSpPr>
          <p:cNvPr id="8" name="Slide Number Placeholder 7">
            <a:extLst>
              <a:ext uri="{FF2B5EF4-FFF2-40B4-BE49-F238E27FC236}">
                <a16:creationId xmlns:a16="http://schemas.microsoft.com/office/drawing/2014/main" id="{E2CE0142-6727-D96E-8B4C-F8DC42F3C110}"/>
              </a:ext>
            </a:extLst>
          </p:cNvPr>
          <p:cNvSpPr>
            <a:spLocks noGrp="1"/>
          </p:cNvSpPr>
          <p:nvPr>
            <p:ph type="sldNum" sz="quarter" idx="12"/>
          </p:nvPr>
        </p:nvSpPr>
        <p:spPr>
          <a:xfrm>
            <a:off x="11392300" y="6126480"/>
            <a:ext cx="365760" cy="365125"/>
          </a:xfrm>
        </p:spPr>
        <p:txBody>
          <a:bodyPr/>
          <a:lstStyle>
            <a:lvl1pPr algn="r">
              <a:defRPr/>
            </a:lvl1pPr>
          </a:lstStyle>
          <a:p>
            <a:pPr algn="r"/>
            <a:fld id="{40B778AE-8D30-EC43-B255-420E7914C179}" type="slidenum">
              <a:rPr lang="en-US" smtClean="0"/>
              <a:pPr algn="r"/>
              <a:t/>
            </a:fld>
            <a:endParaRPr lang="en-US"/>
          </a:p>
        </p:txBody>
      </p:sp>
      <p:pic>
        <p:nvPicPr>
          <p:cNvPr id="11" name="Picture 10" descr="A lemons on a branch&#10;&#10;AI-generated content may be incorrect.">
            <a:extLst>
              <a:ext uri="{FF2B5EF4-FFF2-40B4-BE49-F238E27FC236}">
                <a16:creationId xmlns:a16="http://schemas.microsoft.com/office/drawing/2014/main" id="{617993DE-FCA3-752E-CB4D-EE0CBE74D201}"/>
              </a:ext>
            </a:extLst>
          </p:cNvPr>
          <p:cNvPicPr>
            <a:picLocks noChangeAspect="1"/>
          </p:cNvPicPr>
          <p:nvPr/>
        </p:nvPicPr>
        <p:blipFill>
          <a:blip r:embed="rId2"/>
          <a:srcRect r="9594"/>
          <a:stretch>
            <a:fillRect/>
          </a:stretch>
        </p:blipFill>
        <p:spPr>
          <a:xfrm>
            <a:off x="6251965" y="1110995"/>
            <a:ext cx="5482836" cy="4636007"/>
          </a:xfrm>
          <a:prstGeom prst="rect">
            <a:avLst/>
          </a:prstGeom>
        </p:spPr>
      </p:pic>
    </p:spTree>
    <p:extLst>
      <p:ext uri="{BB962C8B-B14F-4D97-AF65-F5344CB8AC3E}">
        <p14:creationId xmlns:p14="http://schemas.microsoft.com/office/powerpoint/2010/main" val="2128378127"/>
      </p:ext>
    </p:extLst>
  </p:cSld>
  <p:clrMapOvr>
    <a:masterClrMapping/>
  </p:clrMapOvr>
</p:sldLayout>
</file>

<file path=ppt/slideLayouts/slideLayout_80000002_E80A4B9C.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11274552" cy="1005840"/>
          </a:xfrm>
        </p:spPr>
        <p:txBody>
          <a:bodyPr anchor="t" anchorCtr="0">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57200" y="1554480"/>
            <a:ext cx="11274552" cy="4297680"/>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F2CF59F-16CF-294B-89B0-023DBFDF062C}" type="datetime1">
              <a:rPr lang="en-US" smtClean="0"/>
              <a:t/>
            </a:fld>
            <a:endParaRPr lang="en-US"/>
          </a:p>
        </p:txBody>
      </p:sp>
    </p:spTree>
    <p:extLst>
      <p:ext uri="{BB962C8B-B14F-4D97-AF65-F5344CB8AC3E}">
        <p14:creationId xmlns:p14="http://schemas.microsoft.com/office/powerpoint/2010/main" val="3892988828"/>
      </p:ext>
    </p:extLst>
  </p:cSld>
  <p:clrMapOvr>
    <a:masterClrMapping/>
  </p:clrMapOvr>
</p:sldLayout>
</file>

<file path=ppt/slideLayouts/slideLayout_80000003_A6AD11EB.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C43E3D-F1B4-8814-CBFD-54B6394BA78F}"/>
              </a:ext>
            </a:extLst>
          </p:cNvPr>
          <p:cNvSpPr/>
          <p:nvPr/>
        </p:nvSpPr>
        <p:spPr>
          <a:xfrm>
            <a:off x="0" y="0"/>
            <a:ext cx="12192000" cy="4072024"/>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4480560"/>
            <a:ext cx="11274552" cy="996988"/>
          </a:xfrm>
        </p:spPr>
        <p:txBody>
          <a:bodyPr vert="horz" lIns="91440" tIns="45720" rIns="91440" bIns="45720" rtlCol="0" anchor="b">
            <a:norm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532535"/>
            <a:ext cx="11274552" cy="548640"/>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57200" y="457201"/>
            <a:ext cx="11274552" cy="3111499"/>
          </a:xfrm>
          <a:blipFill dpi="0" rotWithShape="1">
            <a:blip r:embed="rId2"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19" name="Slide Number Placeholder 18">
            <a:extLst>
              <a:ext uri="{FF2B5EF4-FFF2-40B4-BE49-F238E27FC236}">
                <a16:creationId xmlns:a16="http://schemas.microsoft.com/office/drawing/2014/main" id="{99749300-EB7F-2826-88A0-CB3E4B36C03E}"/>
              </a:ext>
            </a:extLst>
          </p:cNvPr>
          <p:cNvSpPr>
            <a:spLocks noGrp="1"/>
          </p:cNvSpPr>
          <p:nvPr>
            <p:ph type="sldNum" sz="quarter" idx="16"/>
          </p:nvPr>
        </p:nvSpPr>
        <p:spPr/>
        <p:txBody>
          <a:bodyPr/>
          <a:lstStyle/>
          <a:p>
            <a:fld id="{40B778AE-8D30-EC43-B255-420E7914C179}" type="slidenum">
              <a:rPr lang="en-US" smtClean="0"/>
              <a:pPr/>
              <a:t/>
            </a:fld>
            <a:endParaRPr lang="en-US"/>
          </a:p>
        </p:txBody>
      </p:sp>
      <p:sp>
        <p:nvSpPr>
          <p:cNvPr id="18" name="Footer Placeholder 17">
            <a:extLst>
              <a:ext uri="{FF2B5EF4-FFF2-40B4-BE49-F238E27FC236}">
                <a16:creationId xmlns:a16="http://schemas.microsoft.com/office/drawing/2014/main" id="{FC0BE1CD-8E53-8DE9-82CF-9813E2925E9E}"/>
              </a:ext>
            </a:extLst>
          </p:cNvPr>
          <p:cNvSpPr>
            <a:spLocks noGrp="1"/>
          </p:cNvSpPr>
          <p:nvPr>
            <p:ph type="ftr" sz="quarter" idx="15"/>
          </p:nvPr>
        </p:nvSpPr>
        <p:spPr/>
        <p:txBody>
          <a:bodyPr/>
          <a:lstStyle/>
          <a:p>
            <a:r>
              <a:rPr lang="en-US"/>
              <a:t>Presentation title</a:t>
            </a:r>
          </a:p>
        </p:txBody>
      </p:sp>
      <p:sp>
        <p:nvSpPr>
          <p:cNvPr id="17" name="Date Placeholder 16">
            <a:extLst>
              <a:ext uri="{FF2B5EF4-FFF2-40B4-BE49-F238E27FC236}">
                <a16:creationId xmlns:a16="http://schemas.microsoft.com/office/drawing/2014/main" id="{B85CE52D-B630-4803-B6B1-978CBC39E2B2}"/>
              </a:ext>
            </a:extLst>
          </p:cNvPr>
          <p:cNvSpPr>
            <a:spLocks noGrp="1"/>
          </p:cNvSpPr>
          <p:nvPr>
            <p:ph type="dt" sz="half" idx="14"/>
          </p:nvPr>
        </p:nvSpPr>
        <p:spPr/>
        <p:txBody>
          <a:bodyPr/>
          <a:lstStyle/>
          <a:p>
            <a:fld id="{CE2FA9DB-1C23-8847-8157-4FA9725CC381}" type="datetime1">
              <a:rPr lang="en-US" smtClean="0"/>
              <a:t/>
            </a:fld>
            <a:endParaRPr lang="en-US"/>
          </a:p>
        </p:txBody>
      </p:sp>
    </p:spTree>
    <p:extLst>
      <p:ext uri="{BB962C8B-B14F-4D97-AF65-F5344CB8AC3E}">
        <p14:creationId xmlns:p14="http://schemas.microsoft.com/office/powerpoint/2010/main" val="27963601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A063AC07.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D187BAA-B8F3-6F9A-35D6-79C20A14A9DC}"/>
              </a:ext>
            </a:extLst>
          </p:cNvPr>
          <p:cNvSpPr/>
          <p:nvPr/>
        </p:nvSpPr>
        <p:spPr>
          <a:xfrm>
            <a:off x="5090160" y="-1"/>
            <a:ext cx="710184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548640"/>
            <a:ext cx="4175760" cy="365760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4492488"/>
            <a:ext cx="4175760" cy="1411356"/>
          </a:xfrm>
        </p:spPr>
        <p:txBody>
          <a:bodyPr vert="horz" lIns="91440" tIns="45720" rIns="91440" bIns="45720" rtlCol="0" anchor="b">
            <a:normAutofit/>
          </a:bodyPr>
          <a:lstStyle>
            <a:lvl1pPr marL="0" indent="0">
              <a:buNone/>
              <a:defRPr lang="en-US" sz="1600" cap="all" spc="100" baseline="0" dirty="0"/>
            </a:lvl1pPr>
          </a:lstStyle>
          <a:p>
            <a:pPr lvl="0"/>
            <a:r>
              <a:rPr lang="en-US"/>
              <a:t>Click to edit Master subtitle style</a:t>
            </a:r>
          </a:p>
        </p:txBody>
      </p:sp>
      <p:sp>
        <p:nvSpPr>
          <p:cNvPr id="10" name="Slide Number Placeholder 9">
            <a:extLst>
              <a:ext uri="{FF2B5EF4-FFF2-40B4-BE49-F238E27FC236}">
                <a16:creationId xmlns:a16="http://schemas.microsoft.com/office/drawing/2014/main" id="{93C3368D-40FA-88E5-2622-5C794E187D59}"/>
              </a:ext>
            </a:extLst>
          </p:cNvPr>
          <p:cNvSpPr>
            <a:spLocks noGrp="1"/>
          </p:cNvSpPr>
          <p:nvPr>
            <p:ph type="sldNum" sz="quarter" idx="16"/>
          </p:nvPr>
        </p:nvSpPr>
        <p:spPr/>
        <p:txBody>
          <a:bodyPr/>
          <a:lstStyle/>
          <a:p>
            <a:fld id="{40B778AE-8D30-EC43-B255-420E7914C179}" type="slidenum">
              <a:rPr lang="en-US" smtClean="0"/>
              <a:pPr/>
              <a:t/>
            </a:fld>
            <a:endParaRPr lang="en-US"/>
          </a:p>
        </p:txBody>
      </p:sp>
      <p:sp>
        <p:nvSpPr>
          <p:cNvPr id="6" name="Footer Placeholder 5">
            <a:extLst>
              <a:ext uri="{FF2B5EF4-FFF2-40B4-BE49-F238E27FC236}">
                <a16:creationId xmlns:a16="http://schemas.microsoft.com/office/drawing/2014/main" id="{A72ABA8E-1A54-1C96-093B-B44E62007A63}"/>
              </a:ext>
            </a:extLst>
          </p:cNvPr>
          <p:cNvSpPr>
            <a:spLocks noGrp="1"/>
          </p:cNvSpPr>
          <p:nvPr>
            <p:ph type="ftr" sz="quarter" idx="15"/>
          </p:nvPr>
        </p:nvSpPr>
        <p:spPr>
          <a:xfrm>
            <a:off x="809077" y="6126480"/>
            <a:ext cx="2103120" cy="365125"/>
          </a:xfrm>
        </p:spPr>
        <p:txBody>
          <a:bodyPr/>
          <a:lstStyle/>
          <a:p>
            <a:r>
              <a:rPr lang="en-US"/>
              <a:t>Presentation title</a:t>
            </a:r>
          </a:p>
        </p:txBody>
      </p:sp>
      <p:sp>
        <p:nvSpPr>
          <p:cNvPr id="5" name="Date Placeholder 4">
            <a:extLst>
              <a:ext uri="{FF2B5EF4-FFF2-40B4-BE49-F238E27FC236}">
                <a16:creationId xmlns:a16="http://schemas.microsoft.com/office/drawing/2014/main" id="{42B07656-FDD0-1CCB-57C9-0B3A32C50CD6}"/>
              </a:ext>
            </a:extLst>
          </p:cNvPr>
          <p:cNvSpPr>
            <a:spLocks noGrp="1"/>
          </p:cNvSpPr>
          <p:nvPr>
            <p:ph type="dt" sz="half" idx="14"/>
          </p:nvPr>
        </p:nvSpPr>
        <p:spPr>
          <a:xfrm>
            <a:off x="3006709" y="6126480"/>
            <a:ext cx="1626250" cy="365125"/>
          </a:xfrm>
        </p:spPr>
        <p:txBody>
          <a:bodyPr/>
          <a:lstStyle/>
          <a:p>
            <a:fld id="{84E3F07D-7317-3440-A531-3AA29DD45979}" type="datetime1">
              <a:rPr lang="en-US" smtClean="0"/>
              <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547360" y="457200"/>
            <a:ext cx="6187440"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69088666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A7BF95E2.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02DD718-F017-AE4C-FB9F-B4557EA33522}"/>
              </a:ext>
            </a:extLst>
          </p:cNvPr>
          <p:cNvSpPr/>
          <p:nvPr/>
        </p:nvSpPr>
        <p:spPr>
          <a:xfrm>
            <a:off x="0" y="-1"/>
            <a:ext cx="716280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22618" y="457200"/>
            <a:ext cx="4112182" cy="4320310"/>
          </a:xfrm>
        </p:spPr>
        <p:txBody>
          <a:bodyPr vert="horz" lIns="91440" tIns="45720" rIns="91440" bIns="45720" rtlCol="0" anchor="t">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22618" y="4870174"/>
            <a:ext cx="4114800" cy="1033669"/>
          </a:xfrm>
        </p:spPr>
        <p:txBody>
          <a:bodyPr vert="horz" lIns="91440" tIns="45720" rIns="91440" bIns="45720" rtlCol="0" anchor="b">
            <a:normAutofit/>
          </a:bodyPr>
          <a:lstStyle>
            <a:lvl1pPr marL="0" indent="0">
              <a:buNone/>
              <a:defRPr lang="en-US" sz="1600" cap="all" spc="1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noChangeAspect="1"/>
          </p:cNvSpPr>
          <p:nvPr>
            <p:ph type="pic" sz="quarter" idx="14" hasCustomPrompt="1"/>
          </p:nvPr>
        </p:nvSpPr>
        <p:spPr>
          <a:xfrm>
            <a:off x="457200" y="457200"/>
            <a:ext cx="623625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5746577E-8831-2287-F882-043365FBE386}"/>
              </a:ext>
            </a:extLst>
          </p:cNvPr>
          <p:cNvSpPr>
            <a:spLocks noGrp="1"/>
          </p:cNvSpPr>
          <p:nvPr>
            <p:ph type="sldNum" sz="quarter" idx="17"/>
          </p:nvPr>
        </p:nvSpPr>
        <p:spPr>
          <a:xfrm>
            <a:off x="7630823" y="6126480"/>
            <a:ext cx="365760" cy="365125"/>
          </a:xfrm>
        </p:spPr>
        <p:txBody>
          <a:bodyPr/>
          <a:lstStyle/>
          <a:p>
            <a:fld id="{40B778AE-8D30-EC43-B255-420E7914C179}" type="slidenum">
              <a:rPr lang="en-US" smtClean="0"/>
              <a:pPr/>
              <a:t/>
            </a:fld>
            <a:endParaRPr lang="en-US"/>
          </a:p>
        </p:txBody>
      </p:sp>
      <p:sp>
        <p:nvSpPr>
          <p:cNvPr id="9" name="Footer Placeholder 8">
            <a:extLst>
              <a:ext uri="{FF2B5EF4-FFF2-40B4-BE49-F238E27FC236}">
                <a16:creationId xmlns:a16="http://schemas.microsoft.com/office/drawing/2014/main" id="{678256CB-DBBA-7F98-5D6E-65BAC308069D}"/>
              </a:ext>
            </a:extLst>
          </p:cNvPr>
          <p:cNvSpPr>
            <a:spLocks noGrp="1"/>
          </p:cNvSpPr>
          <p:nvPr>
            <p:ph type="ftr" sz="quarter" idx="16"/>
          </p:nvPr>
        </p:nvSpPr>
        <p:spPr>
          <a:xfrm>
            <a:off x="8028420" y="6126480"/>
            <a:ext cx="2717314" cy="365125"/>
          </a:xfrm>
        </p:spPr>
        <p:txBody>
          <a:bodyPr/>
          <a:lstStyle/>
          <a:p>
            <a:r>
              <a:rPr lang="en-US"/>
              <a:t>Presentation title</a:t>
            </a:r>
          </a:p>
        </p:txBody>
      </p:sp>
      <p:sp>
        <p:nvSpPr>
          <p:cNvPr id="8" name="Date Placeholder 7">
            <a:extLst>
              <a:ext uri="{FF2B5EF4-FFF2-40B4-BE49-F238E27FC236}">
                <a16:creationId xmlns:a16="http://schemas.microsoft.com/office/drawing/2014/main" id="{897DDC16-6E73-6885-8380-0E401292C07E}"/>
              </a:ext>
            </a:extLst>
          </p:cNvPr>
          <p:cNvSpPr>
            <a:spLocks noGrp="1"/>
          </p:cNvSpPr>
          <p:nvPr>
            <p:ph type="dt" sz="half" idx="15"/>
          </p:nvPr>
        </p:nvSpPr>
        <p:spPr>
          <a:xfrm>
            <a:off x="10745734" y="6126480"/>
            <a:ext cx="991684" cy="365125"/>
          </a:xfrm>
        </p:spPr>
        <p:txBody>
          <a:bodyPr/>
          <a:lstStyle/>
          <a:p>
            <a:fld id="{28CD2E8A-C0A9-4347-A584-9C026C30AB40}" type="datetime1">
              <a:rPr lang="en-US" smtClean="0"/>
              <a:t/>
            </a:fld>
            <a:endParaRPr lang="en-US"/>
          </a:p>
        </p:txBody>
      </p:sp>
    </p:spTree>
    <p:extLst>
      <p:ext uri="{BB962C8B-B14F-4D97-AF65-F5344CB8AC3E}">
        <p14:creationId xmlns:p14="http://schemas.microsoft.com/office/powerpoint/2010/main" val="28143508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8C1A67E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0246537-4B75-474B-2A12-4A3572BEA2EC}"/>
              </a:ext>
            </a:extLst>
          </p:cNvPr>
          <p:cNvSpPr/>
          <p:nvPr/>
        </p:nvSpPr>
        <p:spPr>
          <a:xfrm>
            <a:off x="0" y="-1"/>
            <a:ext cx="7315200" cy="6858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0584" y="457200"/>
            <a:ext cx="4114800" cy="3799725"/>
          </a:xfrm>
        </p:spPr>
        <p:txBody>
          <a:bodyPr vert="horz" lIns="91440" tIns="45720" rIns="91440" bIns="45720" rtlCol="0" anchor="b">
            <a:norm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0581" y="4403039"/>
            <a:ext cx="3959352" cy="1463040"/>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457200" y="457200"/>
            <a:ext cx="6400800"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4F15057E-7A11-B5DB-0534-D81539866464}"/>
              </a:ext>
            </a:extLst>
          </p:cNvPr>
          <p:cNvSpPr>
            <a:spLocks noGrp="1"/>
          </p:cNvSpPr>
          <p:nvPr>
            <p:ph type="sldNum" sz="quarter" idx="17"/>
          </p:nvPr>
        </p:nvSpPr>
        <p:spPr>
          <a:xfrm>
            <a:off x="7776118" y="6126480"/>
            <a:ext cx="365760" cy="365125"/>
          </a:xfrm>
        </p:spPr>
        <p:txBody>
          <a:bodyPr/>
          <a:lstStyle/>
          <a:p>
            <a:fld id="{40B778AE-8D30-EC43-B255-420E7914C179}" type="slidenum">
              <a:rPr lang="en-US" smtClean="0"/>
              <a:pPr/>
              <a:t/>
            </a:fld>
            <a:endParaRPr lang="en-US"/>
          </a:p>
        </p:txBody>
      </p:sp>
      <p:sp>
        <p:nvSpPr>
          <p:cNvPr id="9" name="Footer Placeholder 8">
            <a:extLst>
              <a:ext uri="{FF2B5EF4-FFF2-40B4-BE49-F238E27FC236}">
                <a16:creationId xmlns:a16="http://schemas.microsoft.com/office/drawing/2014/main" id="{3574E8DD-5B33-6D4C-0DDF-CB27D8491EEF}"/>
              </a:ext>
            </a:extLst>
          </p:cNvPr>
          <p:cNvSpPr>
            <a:spLocks noGrp="1"/>
          </p:cNvSpPr>
          <p:nvPr>
            <p:ph type="ftr" sz="quarter" idx="16"/>
          </p:nvPr>
        </p:nvSpPr>
        <p:spPr>
          <a:xfrm>
            <a:off x="8173715" y="6126480"/>
            <a:ext cx="2522862" cy="365125"/>
          </a:xfrm>
        </p:spPr>
        <p:txBody>
          <a:bodyPr/>
          <a:lstStyle/>
          <a:p>
            <a:r>
              <a:rPr lang="en-US"/>
              <a:t>Presentation title</a:t>
            </a:r>
          </a:p>
        </p:txBody>
      </p:sp>
      <p:sp>
        <p:nvSpPr>
          <p:cNvPr id="8" name="Date Placeholder 7">
            <a:extLst>
              <a:ext uri="{FF2B5EF4-FFF2-40B4-BE49-F238E27FC236}">
                <a16:creationId xmlns:a16="http://schemas.microsoft.com/office/drawing/2014/main" id="{BDF415EC-0AD6-6198-0FC5-D47053F2FBF0}"/>
              </a:ext>
            </a:extLst>
          </p:cNvPr>
          <p:cNvSpPr>
            <a:spLocks noGrp="1"/>
          </p:cNvSpPr>
          <p:nvPr>
            <p:ph type="dt" sz="half" idx="15"/>
          </p:nvPr>
        </p:nvSpPr>
        <p:spPr>
          <a:xfrm>
            <a:off x="10781835" y="6126480"/>
            <a:ext cx="948098" cy="365125"/>
          </a:xfrm>
        </p:spPr>
        <p:txBody>
          <a:bodyPr/>
          <a:lstStyle/>
          <a:p>
            <a:fld id="{B2E8E543-FE9A-4843-9AB8-691F5895E16D}" type="datetime1">
              <a:rPr lang="en-US" smtClean="0"/>
              <a:t/>
            </a:fld>
            <a:endParaRPr lang="en-US"/>
          </a:p>
        </p:txBody>
      </p:sp>
    </p:spTree>
    <p:extLst>
      <p:ext uri="{BB962C8B-B14F-4D97-AF65-F5344CB8AC3E}">
        <p14:creationId xmlns:p14="http://schemas.microsoft.com/office/powerpoint/2010/main" val="23505407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51A948EB.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895BD72-5536-F3FE-33EF-8633D55A2D61}"/>
              </a:ext>
            </a:extLst>
          </p:cNvPr>
          <p:cNvSpPr/>
          <p:nvPr/>
        </p:nvSpPr>
        <p:spPr>
          <a:xfrm>
            <a:off x="468772" y="1155432"/>
            <a:ext cx="11274552" cy="4253883"/>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059B19-9CED-B375-2B62-A6035F09E51A}"/>
              </a:ext>
            </a:extLst>
          </p:cNvPr>
          <p:cNvSpPr>
            <a:spLocks noGrp="1"/>
          </p:cNvSpPr>
          <p:nvPr>
            <p:ph type="ctrTitle"/>
          </p:nvPr>
        </p:nvSpPr>
        <p:spPr>
          <a:xfrm>
            <a:off x="458724" y="5656357"/>
            <a:ext cx="11274552" cy="935512"/>
          </a:xfrm>
        </p:spPr>
        <p:txBody>
          <a:bodyPr anchor="ctr" anchorCtr="0">
            <a:norm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79AA7984-A4B6-F007-847A-B07D938E62D2}"/>
              </a:ext>
            </a:extLst>
          </p:cNvPr>
          <p:cNvSpPr>
            <a:spLocks noGrp="1"/>
          </p:cNvSpPr>
          <p:nvPr>
            <p:ph type="subTitle" idx="1"/>
          </p:nvPr>
        </p:nvSpPr>
        <p:spPr>
          <a:xfrm>
            <a:off x="1921329" y="365760"/>
            <a:ext cx="8349343" cy="540708"/>
          </a:xfrm>
        </p:spPr>
        <p:txBody>
          <a:bodyPr anchor="ctr" anchorCtr="0">
            <a:normAutofit/>
          </a:bodyPr>
          <a:lstStyle>
            <a:lvl1pPr marL="0" indent="0" algn="ctr">
              <a:buNone/>
              <a:defRPr sz="16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Picture 5" descr="A lemons on a branch with leaves&#10;&#10;AI-generated content may be incorrect.">
            <a:extLst>
              <a:ext uri="{FF2B5EF4-FFF2-40B4-BE49-F238E27FC236}">
                <a16:creationId xmlns:a16="http://schemas.microsoft.com/office/drawing/2014/main" id="{3C01443A-552D-4FF4-DE2A-271C95288DF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956459" y="1155432"/>
            <a:ext cx="4279082" cy="4590288"/>
          </a:xfrm>
          <a:prstGeom prst="rect">
            <a:avLst/>
          </a:prstGeom>
        </p:spPr>
      </p:pic>
    </p:spTree>
    <p:extLst>
      <p:ext uri="{BB962C8B-B14F-4D97-AF65-F5344CB8AC3E}">
        <p14:creationId xmlns:p14="http://schemas.microsoft.com/office/powerpoint/2010/main" val="1370048747"/>
      </p:ext>
    </p:extLst>
  </p:cSld>
  <p:clrMapOvr>
    <a:masterClrMapping/>
  </p:clrMapOvr>
</p:sldLayout>
</file>

<file path=ppt/slideLayouts/slideLayout_80000008_6E7786EC.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1DE5E9-85A8-0FC5-7F43-2E0EABF782DF}"/>
              </a:ext>
            </a:extLst>
          </p:cNvPr>
          <p:cNvSpPr/>
          <p:nvPr/>
        </p:nvSpPr>
        <p:spPr>
          <a:xfrm>
            <a:off x="457200" y="457199"/>
            <a:ext cx="4092338" cy="59436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650CA3D-7603-670A-D8C7-708AE9FA2FD9}"/>
              </a:ext>
            </a:extLst>
          </p:cNvPr>
          <p:cNvSpPr>
            <a:spLocks noGrp="1"/>
          </p:cNvSpPr>
          <p:nvPr>
            <p:ph type="title"/>
          </p:nvPr>
        </p:nvSpPr>
        <p:spPr>
          <a:xfrm>
            <a:off x="5029198" y="1711444"/>
            <a:ext cx="6858001" cy="4929772"/>
          </a:xfrm>
        </p:spPr>
        <p:txBody>
          <a:bodyPr anchor="b"/>
          <a:lstStyle>
            <a:lvl1pPr>
              <a:defRPr sz="6600"/>
            </a:lvl1pPr>
          </a:lstStyle>
          <a:p>
            <a:r>
              <a:rPr lang="en-US"/>
              <a:t>Click to edit Master title style</a:t>
            </a:r>
          </a:p>
        </p:txBody>
      </p:sp>
      <p:sp>
        <p:nvSpPr>
          <p:cNvPr id="9" name="Subtitle 2">
            <a:extLst>
              <a:ext uri="{FF2B5EF4-FFF2-40B4-BE49-F238E27FC236}">
                <a16:creationId xmlns:a16="http://schemas.microsoft.com/office/drawing/2014/main" id="{211682ED-44B0-7547-E137-F0B1DA936397}"/>
              </a:ext>
            </a:extLst>
          </p:cNvPr>
          <p:cNvSpPr>
            <a:spLocks noGrp="1"/>
          </p:cNvSpPr>
          <p:nvPr>
            <p:ph type="subTitle" idx="1"/>
          </p:nvPr>
        </p:nvSpPr>
        <p:spPr>
          <a:xfrm>
            <a:off x="5029200" y="383629"/>
            <a:ext cx="3899647" cy="977154"/>
          </a:xfrm>
        </p:spPr>
        <p:txBody>
          <a:bodyPr vert="horz" lIns="91440" tIns="45720" rIns="91440" bIns="45720" rtlCol="0">
            <a:normAutofit/>
          </a:bodyPr>
          <a:lstStyle>
            <a:lvl1pPr marL="0" indent="0">
              <a:buNone/>
              <a:defRPr lang="en-US" sz="1600" cap="all" spc="100" baseline="0" dirty="0"/>
            </a:lvl1pPr>
          </a:lstStyle>
          <a:p>
            <a:pPr lvl="0"/>
            <a:r>
              <a:rPr lang="en-US"/>
              <a:t>Click to edit Master subtitle style</a:t>
            </a:r>
          </a:p>
        </p:txBody>
      </p:sp>
      <p:pic>
        <p:nvPicPr>
          <p:cNvPr id="6" name="Picture 5" descr="A lemons on a branch with leaves&#10;&#10;AI-generated content may be incorrect.">
            <a:extLst>
              <a:ext uri="{FF2B5EF4-FFF2-40B4-BE49-F238E27FC236}">
                <a16:creationId xmlns:a16="http://schemas.microsoft.com/office/drawing/2014/main" id="{15BE8FF9-7851-AB46-405F-0AA70A4B66AC}"/>
              </a:ext>
            </a:extLst>
          </p:cNvPr>
          <p:cNvPicPr>
            <a:picLocks noChangeAspect="1"/>
          </p:cNvPicPr>
          <p:nvPr/>
        </p:nvPicPr>
        <p:blipFill>
          <a:blip r:embed="rId2" cstate="email">
            <a:extLst>
              <a:ext uri="{28A0092B-C50C-407E-A947-70E740481C1C}">
                <a14:useLocalDpi xmlns:a14="http://schemas.microsoft.com/office/drawing/2010/main"/>
              </a:ext>
            </a:extLst>
          </a:blip>
          <a:srcRect l="18613" t="-1" b="-3044"/>
          <a:stretch>
            <a:fillRect/>
          </a:stretch>
        </p:blipFill>
        <p:spPr>
          <a:xfrm>
            <a:off x="457200" y="460148"/>
            <a:ext cx="4710576" cy="6397851"/>
          </a:xfrm>
          <a:prstGeom prst="rect">
            <a:avLst/>
          </a:prstGeom>
        </p:spPr>
      </p:pic>
    </p:spTree>
    <p:extLst>
      <p:ext uri="{BB962C8B-B14F-4D97-AF65-F5344CB8AC3E}">
        <p14:creationId xmlns:p14="http://schemas.microsoft.com/office/powerpoint/2010/main" val="1853327084"/>
      </p:ext>
    </p:extLst>
  </p:cSld>
  <p:clrMapOvr>
    <a:masterClrMapping/>
  </p:clrMapOvr>
</p:sldLayout>
</file>

<file path=ppt/slideLayouts/slideLayout_80000009_891E151E.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200" y="457198"/>
            <a:ext cx="5140452" cy="6199632"/>
          </a:xfrm>
        </p:spPr>
        <p:txBody>
          <a:bodyPr vert="horz" lIns="91440" tIns="45720" rIns="91440" bIns="45720" rtlCol="0" anchor="b">
            <a:normAutofit/>
          </a:bodyPr>
          <a:lstStyle>
            <a:lvl1pPr>
              <a:defRPr lang="en-US" sz="7200" dirty="0">
                <a:solidFill>
                  <a:schemeClr val="tx1"/>
                </a:solidFill>
              </a:defRPr>
            </a:lvl1pPr>
          </a:lstStyle>
          <a:p>
            <a:pPr lvl="0"/>
            <a:r>
              <a:rPr lang="en-US"/>
              <a:t>Section Header</a:t>
            </a:r>
          </a:p>
        </p:txBody>
      </p:sp>
      <p:sp>
        <p:nvSpPr>
          <p:cNvPr id="9" name="Rectangle 8">
            <a:extLst>
              <a:ext uri="{FF2B5EF4-FFF2-40B4-BE49-F238E27FC236}">
                <a16:creationId xmlns:a16="http://schemas.microsoft.com/office/drawing/2014/main" id="{8FA4AE76-095C-A207-5846-53F5F689F718}"/>
              </a:ext>
            </a:extLst>
          </p:cNvPr>
          <p:cNvSpPr/>
          <p:nvPr/>
        </p:nvSpPr>
        <p:spPr>
          <a:xfrm>
            <a:off x="6096000" y="457200"/>
            <a:ext cx="5617029" cy="59436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lemons on a branch with blue leaves&#10;&#10;AI-generated content may be incorrect.">
            <a:extLst>
              <a:ext uri="{FF2B5EF4-FFF2-40B4-BE49-F238E27FC236}">
                <a16:creationId xmlns:a16="http://schemas.microsoft.com/office/drawing/2014/main" id="{65E78305-C5E3-6063-CB40-26C0D5E00CC1}"/>
              </a:ext>
            </a:extLst>
          </p:cNvPr>
          <p:cNvPicPr>
            <a:picLocks noChangeAspect="1"/>
          </p:cNvPicPr>
          <p:nvPr/>
        </p:nvPicPr>
        <p:blipFill>
          <a:blip r:embed="rId2"/>
          <a:stretch>
            <a:fillRect/>
          </a:stretch>
        </p:blipFill>
        <p:spPr>
          <a:xfrm>
            <a:off x="4435553" y="457194"/>
            <a:ext cx="7277476" cy="5943599"/>
          </a:xfrm>
          <a:prstGeom prst="rect">
            <a:avLst/>
          </a:prstGeom>
        </p:spPr>
      </p:pic>
    </p:spTree>
    <p:extLst>
      <p:ext uri="{BB962C8B-B14F-4D97-AF65-F5344CB8AC3E}">
        <p14:creationId xmlns:p14="http://schemas.microsoft.com/office/powerpoint/2010/main" val="230045007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A43EF35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DB4B979-1FB0-5E72-46AC-50BC7CFE6907}"/>
              </a:ext>
            </a:extLst>
          </p:cNvPr>
          <p:cNvSpPr/>
          <p:nvPr/>
        </p:nvSpPr>
        <p:spPr>
          <a:xfrm>
            <a:off x="0" y="-1"/>
            <a:ext cx="457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045223" y="914400"/>
            <a:ext cx="6126480" cy="1188720"/>
          </a:xfrm>
        </p:spPr>
        <p:txBody>
          <a:bodyPr anchor="t" anchorCtr="0">
            <a:normAutofit/>
          </a:bodyPr>
          <a:lstStyle>
            <a:lvl1pPr>
              <a:defRPr sz="4800"/>
            </a:lvl1pPr>
          </a:lstStyle>
          <a:p>
            <a:r>
              <a:rPr lang="en-US"/>
              <a:t>Click to edit Master title style</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457200" y="457200"/>
            <a:ext cx="3657600" cy="59436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045224" y="2468880"/>
            <a:ext cx="6126480" cy="3436789"/>
          </a:xfrm>
        </p:spPr>
        <p:txBody>
          <a:bodyPr>
            <a:normAutofit/>
          </a:bodyPr>
          <a:lstStyle>
            <a:lvl1pPr marL="0" indent="-320040">
              <a:spcBef>
                <a:spcPts val="1800"/>
              </a:spcBef>
              <a:buFont typeface="+mj-lt"/>
              <a:buAutoNum type="arabicPeriod"/>
              <a:defRPr sz="2000" baseline="0"/>
            </a:lvl1pPr>
            <a:lvl2pPr marL="457200" indent="-320040">
              <a:spcBef>
                <a:spcPts val="1800"/>
              </a:spcBef>
              <a:buFont typeface="+mj-lt"/>
              <a:buAutoNum type="arabicPeriod"/>
              <a:defRPr sz="1800" baseline="0"/>
            </a:lvl2pPr>
            <a:lvl3pPr marL="685800" indent="-320040">
              <a:spcBef>
                <a:spcPts val="1800"/>
              </a:spcBef>
              <a:buFont typeface="+mj-lt"/>
              <a:buAutoNum type="arabicPeriod"/>
              <a:defRPr sz="1600" baseline="0"/>
            </a:lvl3pPr>
            <a:lvl4pPr marL="804672" indent="-320040">
              <a:spcBef>
                <a:spcPts val="1800"/>
              </a:spcBef>
              <a:buFont typeface="+mj-lt"/>
              <a:buAutoNum type="arabicPeriod"/>
              <a:defRPr sz="1400" baseline="0"/>
            </a:lvl4pPr>
            <a:lvl5pPr marL="1024128" indent="-320040">
              <a:spcBef>
                <a:spcPts val="1800"/>
              </a:spcBef>
              <a:buFont typeface="+mj-lt"/>
              <a:buAutoNum type="arabicPeriod"/>
              <a:defRPr sz="1400"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92F12806-9D4B-B331-8FBA-9E389069CF34}"/>
              </a:ext>
            </a:extLst>
          </p:cNvPr>
          <p:cNvSpPr>
            <a:spLocks noGrp="1"/>
          </p:cNvSpPr>
          <p:nvPr>
            <p:ph type="sldNum" sz="quarter" idx="17"/>
          </p:nvPr>
        </p:nvSpPr>
        <p:spPr>
          <a:xfrm>
            <a:off x="5050561" y="6126480"/>
            <a:ext cx="365760" cy="365125"/>
          </a:xfrm>
        </p:spPr>
        <p:txBody>
          <a:bodyPr/>
          <a:lstStyle/>
          <a:p>
            <a:fld id="{40B778AE-8D30-EC43-B255-420E7914C179}" type="slidenum">
              <a:rPr lang="en-US" smtClean="0"/>
              <a:pPr/>
              <a:t/>
            </a:fld>
            <a:endParaRPr lang="en-US"/>
          </a:p>
        </p:txBody>
      </p:sp>
      <p:sp>
        <p:nvSpPr>
          <p:cNvPr id="12" name="Footer Placeholder 11">
            <a:extLst>
              <a:ext uri="{FF2B5EF4-FFF2-40B4-BE49-F238E27FC236}">
                <a16:creationId xmlns:a16="http://schemas.microsoft.com/office/drawing/2014/main" id="{2D280FE9-C0C5-BEEF-1C01-F53C19D152E3}"/>
              </a:ext>
            </a:extLst>
          </p:cNvPr>
          <p:cNvSpPr>
            <a:spLocks noGrp="1"/>
          </p:cNvSpPr>
          <p:nvPr>
            <p:ph type="ftr" sz="quarter" idx="16"/>
          </p:nvPr>
        </p:nvSpPr>
        <p:spPr>
          <a:xfrm>
            <a:off x="5448158" y="6126480"/>
            <a:ext cx="4114800" cy="365125"/>
          </a:xfrm>
        </p:spPr>
        <p:txBody>
          <a:bodyPr/>
          <a:lstStyle/>
          <a:p>
            <a:r>
              <a:rPr lang="en-US"/>
              <a:t>Presentation title</a:t>
            </a:r>
          </a:p>
        </p:txBody>
      </p:sp>
      <p:sp>
        <p:nvSpPr>
          <p:cNvPr id="11" name="Date Placeholder 10">
            <a:extLst>
              <a:ext uri="{FF2B5EF4-FFF2-40B4-BE49-F238E27FC236}">
                <a16:creationId xmlns:a16="http://schemas.microsoft.com/office/drawing/2014/main" id="{A13CDBE3-275E-E9FB-D64A-5856C14B07C6}"/>
              </a:ext>
            </a:extLst>
          </p:cNvPr>
          <p:cNvSpPr>
            <a:spLocks noGrp="1"/>
          </p:cNvSpPr>
          <p:nvPr>
            <p:ph type="dt" sz="half" idx="15"/>
          </p:nvPr>
        </p:nvSpPr>
        <p:spPr>
          <a:xfrm>
            <a:off x="10429874" y="6126480"/>
            <a:ext cx="1328185" cy="365125"/>
          </a:xfrm>
        </p:spPr>
        <p:txBody>
          <a:bodyPr/>
          <a:lstStyle/>
          <a:p>
            <a:fld id="{20EA976F-543A-3147-8F10-92D90F1FB7DE}" type="datetime1">
              <a:rPr lang="en-US" smtClean="0"/>
              <a:t/>
            </a:fld>
            <a:endParaRPr lang="en-US"/>
          </a:p>
        </p:txBody>
      </p:sp>
      <p:pic>
        <p:nvPicPr>
          <p:cNvPr id="3" name="Picture 2" descr="A blue and black image of two birds&#10;&#10;AI-generated content may be incorrect.">
            <a:extLst>
              <a:ext uri="{FF2B5EF4-FFF2-40B4-BE49-F238E27FC236}">
                <a16:creationId xmlns:a16="http://schemas.microsoft.com/office/drawing/2014/main" id="{61A4B5C7-FD62-4D7D-A791-54AB1ABC8C5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5400000">
            <a:off x="9654540" y="3003334"/>
            <a:ext cx="4160520" cy="914400"/>
          </a:xfrm>
          <a:prstGeom prst="rect">
            <a:avLst/>
          </a:prstGeom>
        </p:spPr>
      </p:pic>
    </p:spTree>
    <p:extLst>
      <p:ext uri="{BB962C8B-B14F-4D97-AF65-F5344CB8AC3E}">
        <p14:creationId xmlns:p14="http://schemas.microsoft.com/office/powerpoint/2010/main" val="2755588945"/>
      </p:ext>
    </p:extLst>
  </p:cSld>
  <p:clrMapOvr>
    <a:masterClrMapping/>
  </p:clrMapOvr>
</p:sldLayout>
</file>

<file path=ppt/slideLayouts/slideLayout_80000019_B4C0F21C.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B262A3C-8A73-964C-A7B1-9C66EB8F456D}" type="datetime1">
              <a:rPr lang="en-US" smtClean="0"/>
              <a:t/>
            </a:fld>
            <a:endParaRPr lang="en-US"/>
          </a:p>
        </p:txBody>
      </p:sp>
      <p:pic>
        <p:nvPicPr>
          <p:cNvPr id="11" name="Picture 10" descr="A blue leaf on a black background&#10;&#10;AI-generated content may be incorrect.">
            <a:extLst>
              <a:ext uri="{FF2B5EF4-FFF2-40B4-BE49-F238E27FC236}">
                <a16:creationId xmlns:a16="http://schemas.microsoft.com/office/drawing/2014/main" id="{BED6ACC6-8535-9138-3CC3-23292E127C19}"/>
              </a:ext>
            </a:extLst>
          </p:cNvPr>
          <p:cNvPicPr>
            <a:picLocks noChangeAspect="1"/>
          </p:cNvPicPr>
          <p:nvPr/>
        </p:nvPicPr>
        <p:blipFill>
          <a:blip r:embed="rId2" cstate="email">
            <a:extLst>
              <a:ext uri="{28A0092B-C50C-407E-A947-70E740481C1C}">
                <a14:useLocalDpi xmlns:a14="http://schemas.microsoft.com/office/drawing/2010/main"/>
              </a:ext>
            </a:extLst>
          </a:blip>
          <a:srcRect t="41628"/>
          <a:stretch>
            <a:fillRect/>
          </a:stretch>
        </p:blipFill>
        <p:spPr>
          <a:xfrm flipH="1">
            <a:off x="1638457" y="-1"/>
            <a:ext cx="3509674" cy="1034177"/>
          </a:xfrm>
          <a:prstGeom prst="rect">
            <a:avLst/>
          </a:prstGeom>
        </p:spPr>
      </p:pic>
      <p:pic>
        <p:nvPicPr>
          <p:cNvPr id="13" name="Picture 12" descr="Blue leaves on a black background&#10;&#10;AI-generated content may be incorrect.">
            <a:extLst>
              <a:ext uri="{FF2B5EF4-FFF2-40B4-BE49-F238E27FC236}">
                <a16:creationId xmlns:a16="http://schemas.microsoft.com/office/drawing/2014/main" id="{9891E051-0BB5-0815-2DD6-BBEBCE60378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pic>
        <p:nvPicPr>
          <p:cNvPr id="14" name="Picture 13" descr="Blue leaves on a black background&#10;&#10;AI-generated content may be incorrect.">
            <a:extLst>
              <a:ext uri="{FF2B5EF4-FFF2-40B4-BE49-F238E27FC236}">
                <a16:creationId xmlns:a16="http://schemas.microsoft.com/office/drawing/2014/main" id="{B2C36771-C253-85DB-E144-61D9EB19FC8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H="1" flipV="1">
            <a:off x="10171959" y="780706"/>
            <a:ext cx="2020041" cy="1418042"/>
          </a:xfrm>
          <a:prstGeom prst="rect">
            <a:avLst/>
          </a:prstGeom>
        </p:spPr>
      </p:pic>
    </p:spTree>
    <p:extLst>
      <p:ext uri="{BB962C8B-B14F-4D97-AF65-F5344CB8AC3E}">
        <p14:creationId xmlns:p14="http://schemas.microsoft.com/office/powerpoint/2010/main" val="3032543772"/>
      </p:ext>
    </p:extLst>
  </p:cSld>
  <p:clrMapOvr>
    <a:masterClrMapping/>
  </p:clrMapOvr>
</p:sldLayout>
</file>

<file path=ppt/slideLayouts/slideLayout_80000020_6DEF2864.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pic>
        <p:nvPicPr>
          <p:cNvPr id="7" name="Picture 6" descr="A lemons on a branch with leaves&#10;&#10;AI-generated content may be incorrect.">
            <a:extLst>
              <a:ext uri="{FF2B5EF4-FFF2-40B4-BE49-F238E27FC236}">
                <a16:creationId xmlns:a16="http://schemas.microsoft.com/office/drawing/2014/main" id="{292A7410-B2FC-D132-8D8C-4AF1B507056A}"/>
              </a:ext>
            </a:extLst>
          </p:cNvPr>
          <p:cNvPicPr>
            <a:picLocks noChangeAspect="1"/>
          </p:cNvPicPr>
          <p:nvPr/>
        </p:nvPicPr>
        <p:blipFill>
          <a:blip r:embed="rId2" cstate="email">
            <a:extLst>
              <a:ext uri="{28A0092B-C50C-407E-A947-70E740481C1C}">
                <a14:useLocalDpi xmlns:a14="http://schemas.microsoft.com/office/drawing/2010/main"/>
              </a:ext>
            </a:extLst>
          </a:blip>
          <a:srcRect l="-1466" t="289" r="43489" b="8672"/>
          <a:stretch>
            <a:fillRect/>
          </a:stretch>
        </p:blipFill>
        <p:spPr>
          <a:xfrm>
            <a:off x="8120743" y="0"/>
            <a:ext cx="4071257" cy="6858000"/>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0"/>
            <a:ext cx="7315200" cy="1097280"/>
          </a:xfrm>
        </p:spPr>
        <p:txBody>
          <a:bodyPr anchor="b" anchorCtr="0">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57199" y="1828800"/>
            <a:ext cx="7315199"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699251" y="6126480"/>
            <a:ext cx="2073147" cy="365125"/>
          </a:xfrm>
        </p:spPr>
        <p:txBody>
          <a:bodyPr/>
          <a:lstStyle/>
          <a:p>
            <a:fld id="{5A7A0291-FBD7-2345-9C81-5FC586A6DB9E}" type="datetime1">
              <a:rPr lang="en-US" smtClean="0"/>
              <a:t/>
            </a:fld>
            <a:endParaRPr lang="en-US"/>
          </a:p>
        </p:txBody>
      </p:sp>
    </p:spTree>
    <p:extLst>
      <p:ext uri="{BB962C8B-B14F-4D97-AF65-F5344CB8AC3E}">
        <p14:creationId xmlns:p14="http://schemas.microsoft.com/office/powerpoint/2010/main" val="1844389988"/>
      </p:ext>
    </p:extLst>
  </p:cSld>
  <p:clrMapOvr>
    <a:masterClrMapping/>
  </p:clrMapOvr>
</p:sldLayout>
</file>

<file path=ppt/slideLayouts/slideLayout_80000021_E309492.xml><?xml version="1.0" encoding="utf-8"?>
<p:sldLayout xmlns:a="http://schemas.openxmlformats.org/drawingml/2006/main" xmlns:r="http://schemas.openxmlformats.org/officeDocument/2006/relationships" xmlns:p="http://schemas.openxmlformats.org/presentationml/2006/main" preserve="1">
  <p:cSld name="Content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anchor="t">
            <a:norm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2AD6C8C-4A02-004B-93D7-C0DBD4026299}" type="datetime1">
              <a:rPr lang="en-US" smtClean="0"/>
              <a:t/>
            </a:fld>
            <a:endParaRPr lang="en-US"/>
          </a:p>
        </p:txBody>
      </p:sp>
      <p:pic>
        <p:nvPicPr>
          <p:cNvPr id="7" name="Picture 6" descr="Blue leaves on a black background&#10;&#10;AI-generated content may be incorrect.">
            <a:extLst>
              <a:ext uri="{FF2B5EF4-FFF2-40B4-BE49-F238E27FC236}">
                <a16:creationId xmlns:a16="http://schemas.microsoft.com/office/drawing/2014/main" id="{DE136570-804C-5DD0-226A-419BDFE8968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04153"/>
            <a:ext cx="1917700" cy="1346200"/>
          </a:xfrm>
          <a:prstGeom prst="rect">
            <a:avLst/>
          </a:prstGeom>
        </p:spPr>
      </p:pic>
    </p:spTree>
    <p:extLst>
      <p:ext uri="{BB962C8B-B14F-4D97-AF65-F5344CB8AC3E}">
        <p14:creationId xmlns:p14="http://schemas.microsoft.com/office/powerpoint/2010/main" val="238064786"/>
      </p:ext>
    </p:extLst>
  </p:cSld>
  <p:clrMapOvr>
    <a:masterClrMapping/>
  </p:clrMapOvr>
</p:sldLayout>
</file>

<file path=ppt/slideLayouts/slideLayout_80000022_410BBC8A.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BDBE0D0-60D9-A8DD-819A-4EC6098596AA}"/>
              </a:ext>
            </a:extLst>
          </p:cNvPr>
          <p:cNvSpPr/>
          <p:nvPr/>
        </p:nvSpPr>
        <p:spPr>
          <a:xfrm>
            <a:off x="0" y="-1"/>
            <a:ext cx="81381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F6A90C2D-E9F9-B5AC-3789-289AA8EFBE69}"/>
              </a:ext>
            </a:extLst>
          </p:cNvPr>
          <p:cNvSpPr>
            <a:spLocks noGrp="1"/>
          </p:cNvSpPr>
          <p:nvPr>
            <p:ph type="title"/>
          </p:nvPr>
        </p:nvSpPr>
        <p:spPr>
          <a:xfrm>
            <a:off x="8566327" y="642192"/>
            <a:ext cx="3172968" cy="2139696"/>
          </a:xfrm>
        </p:spPr>
        <p:txBody>
          <a:bodyPr anchor="b" anchorCtr="0">
            <a:noAutofit/>
          </a:bodyPr>
          <a:lstStyle>
            <a:lvl1pPr>
              <a:defRPr sz="2800"/>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457200" y="457200"/>
            <a:ext cx="7216147"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566327" y="3011335"/>
            <a:ext cx="316253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806C8A42-D773-E384-D003-FF92C7D3D7CB}"/>
              </a:ext>
            </a:extLst>
          </p:cNvPr>
          <p:cNvSpPr>
            <a:spLocks noGrp="1"/>
          </p:cNvSpPr>
          <p:nvPr>
            <p:ph type="sldNum" sz="quarter" idx="17"/>
          </p:nvPr>
        </p:nvSpPr>
        <p:spPr>
          <a:xfrm>
            <a:off x="8573862" y="6126480"/>
            <a:ext cx="365760" cy="365125"/>
          </a:xfrm>
        </p:spPr>
        <p:txBody>
          <a:bodyPr/>
          <a:lstStyle/>
          <a:p>
            <a:fld id="{40B778AE-8D30-EC43-B255-420E7914C179}" type="slidenum">
              <a:rPr lang="en-US" smtClean="0"/>
              <a:pPr/>
              <a:t/>
            </a:fld>
            <a:endParaRPr lang="en-US"/>
          </a:p>
        </p:txBody>
      </p:sp>
      <p:sp>
        <p:nvSpPr>
          <p:cNvPr id="9" name="Footer Placeholder 8">
            <a:extLst>
              <a:ext uri="{FF2B5EF4-FFF2-40B4-BE49-F238E27FC236}">
                <a16:creationId xmlns:a16="http://schemas.microsoft.com/office/drawing/2014/main" id="{5662C323-6B9B-80DF-EF74-D99250EE9201}"/>
              </a:ext>
            </a:extLst>
          </p:cNvPr>
          <p:cNvSpPr>
            <a:spLocks noGrp="1"/>
          </p:cNvSpPr>
          <p:nvPr>
            <p:ph type="ftr" sz="quarter" idx="16"/>
          </p:nvPr>
        </p:nvSpPr>
        <p:spPr>
          <a:xfrm>
            <a:off x="8971459" y="6126480"/>
            <a:ext cx="1934123" cy="365125"/>
          </a:xfrm>
        </p:spPr>
        <p:txBody>
          <a:bodyPr/>
          <a:lstStyle/>
          <a:p>
            <a:r>
              <a:rPr lang="en-US"/>
              <a:t>Presentation title</a:t>
            </a:r>
          </a:p>
        </p:txBody>
      </p:sp>
      <p:sp>
        <p:nvSpPr>
          <p:cNvPr id="4" name="Date Placeholder 3">
            <a:extLst>
              <a:ext uri="{FF2B5EF4-FFF2-40B4-BE49-F238E27FC236}">
                <a16:creationId xmlns:a16="http://schemas.microsoft.com/office/drawing/2014/main" id="{DEDB6DB1-F652-6E69-77F4-F055AD2AF6F5}"/>
              </a:ext>
            </a:extLst>
          </p:cNvPr>
          <p:cNvSpPr>
            <a:spLocks noGrp="1"/>
          </p:cNvSpPr>
          <p:nvPr>
            <p:ph type="dt" sz="half" idx="15"/>
          </p:nvPr>
        </p:nvSpPr>
        <p:spPr>
          <a:xfrm>
            <a:off x="10792496" y="6126480"/>
            <a:ext cx="965564" cy="365125"/>
          </a:xfrm>
        </p:spPr>
        <p:txBody>
          <a:bodyPr/>
          <a:lstStyle/>
          <a:p>
            <a:fld id="{954F3EE5-5A62-1142-B29B-2D79B0DFBB49}" type="datetime1">
              <a:rPr lang="en-US" smtClean="0"/>
              <a:t/>
            </a:fld>
            <a:endParaRPr lang="en-US"/>
          </a:p>
        </p:txBody>
      </p:sp>
    </p:spTree>
    <p:extLst>
      <p:ext uri="{BB962C8B-B14F-4D97-AF65-F5344CB8AC3E}">
        <p14:creationId xmlns:p14="http://schemas.microsoft.com/office/powerpoint/2010/main" val="1091288202"/>
      </p:ext>
    </p:extLst>
  </p:cSld>
  <p:clrMapOvr>
    <a:masterClrMapping/>
  </p:clrMapOvr>
</p:sldLayout>
</file>

<file path=ppt/slideLayouts/slideLayout_80000023_F5E90336.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8F29CE5-A8CD-ED9A-7F5A-693443689EAB}"/>
              </a:ext>
            </a:extLst>
          </p:cNvPr>
          <p:cNvSpPr/>
          <p:nvPr/>
        </p:nvSpPr>
        <p:spPr>
          <a:xfrm>
            <a:off x="4145280" y="-1"/>
            <a:ext cx="804672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62F1C8EF-0052-4E1D-ADC9-E3E4FD32EBE7}"/>
              </a:ext>
            </a:extLst>
          </p:cNvPr>
          <p:cNvSpPr>
            <a:spLocks noGrp="1"/>
          </p:cNvSpPr>
          <p:nvPr>
            <p:ph type="title"/>
          </p:nvPr>
        </p:nvSpPr>
        <p:spPr>
          <a:xfrm>
            <a:off x="456755" y="642192"/>
            <a:ext cx="3274169" cy="2139696"/>
          </a:xfrm>
        </p:spPr>
        <p:txBody>
          <a:bodyPr anchor="b" anchorCtr="0">
            <a:noAutofit/>
          </a:bodyPr>
          <a:lstStyle>
            <a:lvl1pPr>
              <a:defRPr sz="2800"/>
            </a:lvl1pPr>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57199" y="3011335"/>
            <a:ext cx="3274169"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133EBD6B-DFDB-0D0B-252B-324DA354BF4E}"/>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9" name="Footer Placeholder 8">
            <a:extLst>
              <a:ext uri="{FF2B5EF4-FFF2-40B4-BE49-F238E27FC236}">
                <a16:creationId xmlns:a16="http://schemas.microsoft.com/office/drawing/2014/main" id="{E97FC8F1-C8AE-5332-F165-13ED9003CB9B}"/>
              </a:ext>
            </a:extLst>
          </p:cNvPr>
          <p:cNvSpPr>
            <a:spLocks noGrp="1"/>
          </p:cNvSpPr>
          <p:nvPr>
            <p:ph type="ftr" sz="quarter" idx="16"/>
          </p:nvPr>
        </p:nvSpPr>
        <p:spPr>
          <a:xfrm>
            <a:off x="809077" y="6126480"/>
            <a:ext cx="1895486" cy="365125"/>
          </a:xfrm>
        </p:spPr>
        <p:txBody>
          <a:bodyPr/>
          <a:lstStyle/>
          <a:p>
            <a:r>
              <a:rPr lang="en-US"/>
              <a:t>Presentation title</a:t>
            </a:r>
          </a:p>
        </p:txBody>
      </p:sp>
      <p:sp>
        <p:nvSpPr>
          <p:cNvPr id="4" name="Date Placeholder 3">
            <a:extLst>
              <a:ext uri="{FF2B5EF4-FFF2-40B4-BE49-F238E27FC236}">
                <a16:creationId xmlns:a16="http://schemas.microsoft.com/office/drawing/2014/main" id="{C4CDB703-6F6B-3A91-C03F-5AA8FECF96D5}"/>
              </a:ext>
            </a:extLst>
          </p:cNvPr>
          <p:cNvSpPr>
            <a:spLocks noGrp="1"/>
          </p:cNvSpPr>
          <p:nvPr>
            <p:ph type="dt" sz="half" idx="15"/>
          </p:nvPr>
        </p:nvSpPr>
        <p:spPr>
          <a:xfrm>
            <a:off x="2704563" y="6126480"/>
            <a:ext cx="1033988" cy="365125"/>
          </a:xfrm>
        </p:spPr>
        <p:txBody>
          <a:bodyPr/>
          <a:lstStyle/>
          <a:p>
            <a:fld id="{72C7549D-B911-DC4D-9096-0244F27A5122}" type="datetime1">
              <a:rPr lang="en-US" smtClean="0"/>
              <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noChangeAspect="1"/>
          </p:cNvSpPr>
          <p:nvPr>
            <p:ph type="pic" sz="quarter" idx="13" hasCustomPrompt="1"/>
          </p:nvPr>
        </p:nvSpPr>
        <p:spPr>
          <a:xfrm>
            <a:off x="4572000" y="457200"/>
            <a:ext cx="7216147"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4125688630"/>
      </p:ext>
    </p:extLst>
  </p:cSld>
  <p:clrMapOvr>
    <a:masterClrMapping/>
  </p:clrMapOvr>
</p:sldLayout>
</file>

<file path=ppt/slideLayouts/slideLayout_80000024_2C13EB51.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13AE976-70C1-E011-D1BD-A186B254606F}"/>
              </a:ext>
            </a:extLst>
          </p:cNvPr>
          <p:cNvSpPr/>
          <p:nvPr/>
        </p:nvSpPr>
        <p:spPr>
          <a:xfrm>
            <a:off x="0" y="-1"/>
            <a:ext cx="12192000" cy="420624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90688BC7-C8A7-1B9D-DD5A-CC721C820610}"/>
              </a:ext>
            </a:extLst>
          </p:cNvPr>
          <p:cNvSpPr>
            <a:spLocks noGrp="1"/>
          </p:cNvSpPr>
          <p:nvPr>
            <p:ph type="title"/>
          </p:nvPr>
        </p:nvSpPr>
        <p:spPr>
          <a:xfrm>
            <a:off x="457200" y="4663440"/>
            <a:ext cx="4206240" cy="1124712"/>
          </a:xfrm>
        </p:spPr>
        <p:txBody>
          <a:bodyPr anchor="t" anchorCtr="0">
            <a:no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457200"/>
            <a:ext cx="11274552" cy="3261360"/>
          </a:xfrm>
          <a:blipFill dpi="0" rotWithShape="1">
            <a:blip r:embed="rId2">
              <a:alphaModFix amt="60000"/>
            </a:blip>
            <a:srcRect/>
            <a:stretch>
              <a:fillRect t="1" b="-896"/>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4663440"/>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C099B38A-E62D-AD07-98E2-F076BBB6906E}"/>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9" name="Footer Placeholder 8">
            <a:extLst>
              <a:ext uri="{FF2B5EF4-FFF2-40B4-BE49-F238E27FC236}">
                <a16:creationId xmlns:a16="http://schemas.microsoft.com/office/drawing/2014/main" id="{43C33DF7-70E3-8959-4BBB-88BA646FC8AB}"/>
              </a:ext>
            </a:extLst>
          </p:cNvPr>
          <p:cNvSpPr>
            <a:spLocks noGrp="1"/>
          </p:cNvSpPr>
          <p:nvPr>
            <p:ph type="ftr" sz="quarter" idx="16"/>
          </p:nvPr>
        </p:nvSpPr>
        <p:spPr/>
        <p:txBody>
          <a:bodyPr/>
          <a:lstStyle/>
          <a:p>
            <a:r>
              <a:rPr lang="en-US"/>
              <a:t>Presentation title</a:t>
            </a:r>
          </a:p>
        </p:txBody>
      </p:sp>
      <p:sp>
        <p:nvSpPr>
          <p:cNvPr id="7" name="Date Placeholder 6">
            <a:extLst>
              <a:ext uri="{FF2B5EF4-FFF2-40B4-BE49-F238E27FC236}">
                <a16:creationId xmlns:a16="http://schemas.microsoft.com/office/drawing/2014/main" id="{64C6559B-3088-D543-8627-C631D5D845A1}"/>
              </a:ext>
            </a:extLst>
          </p:cNvPr>
          <p:cNvSpPr>
            <a:spLocks noGrp="1"/>
          </p:cNvSpPr>
          <p:nvPr>
            <p:ph type="dt" sz="half" idx="15"/>
          </p:nvPr>
        </p:nvSpPr>
        <p:spPr/>
        <p:txBody>
          <a:bodyPr/>
          <a:lstStyle/>
          <a:p>
            <a:fld id="{FE3B3F6E-3994-0241-BCBC-BC1EBD257F6E}" type="datetime1">
              <a:rPr lang="en-US" smtClean="0"/>
              <a:t/>
            </a:fld>
            <a:endParaRPr lang="en-US"/>
          </a:p>
        </p:txBody>
      </p:sp>
      <p:pic>
        <p:nvPicPr>
          <p:cNvPr id="3" name="Picture 2" descr="A blue leaf on a black background&#10;&#10;AI-generated content may be incorrect.">
            <a:extLst>
              <a:ext uri="{FF2B5EF4-FFF2-40B4-BE49-F238E27FC236}">
                <a16:creationId xmlns:a16="http://schemas.microsoft.com/office/drawing/2014/main" id="{B68BD559-5C7D-BCAB-EDFF-9A833E2B587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flipH="1" flipV="1">
            <a:off x="6400800" y="6144768"/>
            <a:ext cx="2330721" cy="717107"/>
          </a:xfrm>
          <a:prstGeom prst="rect">
            <a:avLst/>
          </a:prstGeom>
        </p:spPr>
      </p:pic>
      <p:pic>
        <p:nvPicPr>
          <p:cNvPr id="5" name="Picture 4" descr="A blue leaf on a black background&#10;&#10;AI-generated content may be incorrect.">
            <a:extLst>
              <a:ext uri="{FF2B5EF4-FFF2-40B4-BE49-F238E27FC236}">
                <a16:creationId xmlns:a16="http://schemas.microsoft.com/office/drawing/2014/main" id="{351BF7C7-47D5-CE17-B30C-3114D6A147B5}"/>
              </a:ext>
            </a:extLst>
          </p:cNvPr>
          <p:cNvPicPr>
            <a:picLocks noChangeAspect="1"/>
          </p:cNvPicPr>
          <p:nvPr/>
        </p:nvPicPr>
        <p:blipFill>
          <a:blip r:embed="rId4" cstate="email">
            <a:extLst>
              <a:ext uri="{28A0092B-C50C-407E-A947-70E740481C1C}">
                <a14:useLocalDpi xmlns:a14="http://schemas.microsoft.com/office/drawing/2010/main"/>
              </a:ext>
            </a:extLst>
          </a:blip>
          <a:srcRect t="-2148" b="-8356"/>
          <a:stretch>
            <a:fillRect/>
          </a:stretch>
        </p:blipFill>
        <p:spPr>
          <a:xfrm rot="16200000" flipV="1">
            <a:off x="3316541" y="5909308"/>
            <a:ext cx="609599" cy="1287782"/>
          </a:xfrm>
          <a:prstGeom prst="rect">
            <a:avLst/>
          </a:prstGeom>
        </p:spPr>
      </p:pic>
    </p:spTree>
    <p:extLst>
      <p:ext uri="{BB962C8B-B14F-4D97-AF65-F5344CB8AC3E}">
        <p14:creationId xmlns:p14="http://schemas.microsoft.com/office/powerpoint/2010/main" val="739502929"/>
      </p:ext>
    </p:extLst>
  </p:cSld>
  <p:clrMapOvr>
    <a:masterClrMapping/>
  </p:clrMapOvr>
</p:sldLayout>
</file>

<file path=ppt/slideLayouts/slideLayout_80000025_672B973F.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1F14464-19AB-7D13-BD0E-2F857D32DD8F}"/>
              </a:ext>
            </a:extLst>
          </p:cNvPr>
          <p:cNvSpPr/>
          <p:nvPr/>
        </p:nvSpPr>
        <p:spPr>
          <a:xfrm>
            <a:off x="0" y="-1"/>
            <a:ext cx="749808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1">
            <a:extLst>
              <a:ext uri="{FF2B5EF4-FFF2-40B4-BE49-F238E27FC236}">
                <a16:creationId xmlns:a16="http://schemas.microsoft.com/office/drawing/2014/main" id="{ACE19939-7641-D440-ED1C-43937E2E50F9}"/>
              </a:ext>
            </a:extLst>
          </p:cNvPr>
          <p:cNvSpPr>
            <a:spLocks noGrp="1"/>
          </p:cNvSpPr>
          <p:nvPr>
            <p:ph type="title"/>
          </p:nvPr>
        </p:nvSpPr>
        <p:spPr>
          <a:xfrm>
            <a:off x="7863168" y="457200"/>
            <a:ext cx="3895344" cy="1664208"/>
          </a:xfrm>
        </p:spPr>
        <p:txBody>
          <a:bodyPr anchor="b" anchorCtr="0">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457200" y="457200"/>
            <a:ext cx="6572925" cy="59436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863168" y="2315569"/>
            <a:ext cx="3894892"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03E9D974-688E-6389-B676-3716A5DCE509}"/>
              </a:ext>
            </a:extLst>
          </p:cNvPr>
          <p:cNvSpPr>
            <a:spLocks noGrp="1"/>
          </p:cNvSpPr>
          <p:nvPr>
            <p:ph type="sldNum" sz="quarter" idx="17"/>
          </p:nvPr>
        </p:nvSpPr>
        <p:spPr>
          <a:xfrm>
            <a:off x="7874608" y="6126480"/>
            <a:ext cx="365760" cy="365125"/>
          </a:xfrm>
        </p:spPr>
        <p:txBody>
          <a:bodyPr/>
          <a:lstStyle/>
          <a:p>
            <a:fld id="{40B778AE-8D30-EC43-B255-420E7914C179}" type="slidenum">
              <a:rPr lang="en-US" smtClean="0"/>
              <a:pPr/>
              <a:t/>
            </a:fld>
            <a:endParaRPr lang="en-US"/>
          </a:p>
        </p:txBody>
      </p:sp>
      <p:sp>
        <p:nvSpPr>
          <p:cNvPr id="6" name="Footer Placeholder 5">
            <a:extLst>
              <a:ext uri="{FF2B5EF4-FFF2-40B4-BE49-F238E27FC236}">
                <a16:creationId xmlns:a16="http://schemas.microsoft.com/office/drawing/2014/main" id="{D2611A75-2855-5D82-EF5E-AC8CBFD270FA}"/>
              </a:ext>
            </a:extLst>
          </p:cNvPr>
          <p:cNvSpPr>
            <a:spLocks noGrp="1"/>
          </p:cNvSpPr>
          <p:nvPr>
            <p:ph type="ftr" sz="quarter" idx="16"/>
          </p:nvPr>
        </p:nvSpPr>
        <p:spPr>
          <a:xfrm>
            <a:off x="8272204" y="6126480"/>
            <a:ext cx="2194560" cy="365125"/>
          </a:xfrm>
        </p:spPr>
        <p:txBody>
          <a:bodyPr/>
          <a:lstStyle/>
          <a:p>
            <a:r>
              <a:rPr lang="en-US"/>
              <a:t>Presentation title</a:t>
            </a:r>
          </a:p>
        </p:txBody>
      </p:sp>
      <p:sp>
        <p:nvSpPr>
          <p:cNvPr id="5" name="Date Placeholder 4">
            <a:extLst>
              <a:ext uri="{FF2B5EF4-FFF2-40B4-BE49-F238E27FC236}">
                <a16:creationId xmlns:a16="http://schemas.microsoft.com/office/drawing/2014/main" id="{68AB728D-FE97-BBB3-3103-FB1096F0417D}"/>
              </a:ext>
            </a:extLst>
          </p:cNvPr>
          <p:cNvSpPr>
            <a:spLocks noGrp="1"/>
          </p:cNvSpPr>
          <p:nvPr>
            <p:ph type="dt" sz="half" idx="15"/>
          </p:nvPr>
        </p:nvSpPr>
        <p:spPr>
          <a:xfrm>
            <a:off x="10444766" y="6126480"/>
            <a:ext cx="1313294" cy="365125"/>
          </a:xfrm>
        </p:spPr>
        <p:txBody>
          <a:bodyPr/>
          <a:lstStyle/>
          <a:p>
            <a:fld id="{CEBAFC1B-AD29-C14A-91E0-0745420D0140}" type="datetime1">
              <a:rPr lang="en-US" smtClean="0"/>
              <a:t/>
            </a:fld>
            <a:endParaRPr lang="en-US"/>
          </a:p>
        </p:txBody>
      </p:sp>
    </p:spTree>
    <p:extLst>
      <p:ext uri="{BB962C8B-B14F-4D97-AF65-F5344CB8AC3E}">
        <p14:creationId xmlns:p14="http://schemas.microsoft.com/office/powerpoint/2010/main" val="1730910015"/>
      </p:ext>
    </p:extLst>
  </p:cSld>
  <p:clrMapOvr>
    <a:masterClrMapping/>
  </p:clrMapOvr>
</p:sldLayout>
</file>

<file path=ppt/slideLayouts/slideLayout_80000026_88EB6A8B.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497F40-707E-796F-73DC-2241DB51A1A9}"/>
              </a:ext>
            </a:extLst>
          </p:cNvPr>
          <p:cNvSpPr/>
          <p:nvPr/>
        </p:nvSpPr>
        <p:spPr>
          <a:xfrm>
            <a:off x="4693920" y="-1"/>
            <a:ext cx="749808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B87A1B64-CA7C-74CC-8184-E144FC10378E}"/>
              </a:ext>
            </a:extLst>
          </p:cNvPr>
          <p:cNvSpPr>
            <a:spLocks noGrp="1"/>
          </p:cNvSpPr>
          <p:nvPr>
            <p:ph type="title"/>
          </p:nvPr>
        </p:nvSpPr>
        <p:spPr>
          <a:xfrm>
            <a:off x="457200" y="457200"/>
            <a:ext cx="3840480" cy="1664208"/>
          </a:xfrm>
        </p:spPr>
        <p:txBody>
          <a:bodyPr anchor="b" anchorCtr="0">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199" y="2315569"/>
            <a:ext cx="3840480" cy="365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2ACCC24-AAEE-1EBE-5C8A-D731F7EDF257}"/>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D5DC2662-2578-560F-F095-F1A11F44A085}"/>
              </a:ext>
            </a:extLst>
          </p:cNvPr>
          <p:cNvSpPr>
            <a:spLocks noGrp="1"/>
          </p:cNvSpPr>
          <p:nvPr>
            <p:ph type="ftr" sz="quarter" idx="16"/>
          </p:nvPr>
        </p:nvSpPr>
        <p:spPr>
          <a:xfrm>
            <a:off x="809077" y="6126480"/>
            <a:ext cx="2377440" cy="365125"/>
          </a:xfrm>
        </p:spPr>
        <p:txBody>
          <a:bodyPr/>
          <a:lstStyle/>
          <a:p>
            <a:r>
              <a:rPr lang="en-US"/>
              <a:t>Presentation title</a:t>
            </a:r>
          </a:p>
        </p:txBody>
      </p:sp>
      <p:sp>
        <p:nvSpPr>
          <p:cNvPr id="3" name="Date Placeholder 2">
            <a:extLst>
              <a:ext uri="{FF2B5EF4-FFF2-40B4-BE49-F238E27FC236}">
                <a16:creationId xmlns:a16="http://schemas.microsoft.com/office/drawing/2014/main" id="{78CE15DD-1F7C-8AB3-8EFB-E573908E03A7}"/>
              </a:ext>
            </a:extLst>
          </p:cNvPr>
          <p:cNvSpPr>
            <a:spLocks noGrp="1"/>
          </p:cNvSpPr>
          <p:nvPr>
            <p:ph type="dt" sz="half" idx="15"/>
          </p:nvPr>
        </p:nvSpPr>
        <p:spPr>
          <a:xfrm>
            <a:off x="3218354" y="6126480"/>
            <a:ext cx="1079325" cy="365125"/>
          </a:xfrm>
        </p:spPr>
        <p:txBody>
          <a:bodyPr/>
          <a:lstStyle/>
          <a:p>
            <a:fld id="{BCA30940-2954-AA4F-9BFF-1013B5D668D8}"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156498" y="457200"/>
            <a:ext cx="6572925"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297129611"/>
      </p:ext>
    </p:extLst>
  </p:cSld>
  <p:clrMapOvr>
    <a:masterClrMapping/>
  </p:clrMapOvr>
</p:sldLayout>
</file>

<file path=ppt/slideLayouts/slideLayout_80000027_9034B3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F65BFA-D1C6-FAD3-7B5D-029C855B189E}"/>
              </a:ext>
            </a:extLst>
          </p:cNvPr>
          <p:cNvSpPr/>
          <p:nvPr/>
        </p:nvSpPr>
        <p:spPr>
          <a:xfrm>
            <a:off x="0" y="-1"/>
            <a:ext cx="653796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10400" y="499533"/>
            <a:ext cx="4754880"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457200" y="457200"/>
            <a:ext cx="5626608" cy="59436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1975104"/>
            <a:ext cx="4754880" cy="39319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38BE5B76-563B-3E92-FB3E-1D2C9717E8B9}"/>
              </a:ext>
            </a:extLst>
          </p:cNvPr>
          <p:cNvSpPr>
            <a:spLocks noGrp="1"/>
          </p:cNvSpPr>
          <p:nvPr>
            <p:ph type="sldNum" sz="quarter" idx="17"/>
          </p:nvPr>
        </p:nvSpPr>
        <p:spPr>
          <a:xfrm>
            <a:off x="7010400" y="6126480"/>
            <a:ext cx="365760" cy="365125"/>
          </a:xfrm>
        </p:spPr>
        <p:txBody>
          <a:bodyPr/>
          <a:lstStyle/>
          <a:p>
            <a:fld id="{40B778AE-8D30-EC43-B255-420E7914C179}" type="slidenum">
              <a:rPr lang="en-US" smtClean="0"/>
              <a:pPr/>
              <a:t/>
            </a:fld>
            <a:endParaRPr lang="en-US"/>
          </a:p>
        </p:txBody>
      </p:sp>
      <p:sp>
        <p:nvSpPr>
          <p:cNvPr id="9" name="Footer Placeholder 8">
            <a:extLst>
              <a:ext uri="{FF2B5EF4-FFF2-40B4-BE49-F238E27FC236}">
                <a16:creationId xmlns:a16="http://schemas.microsoft.com/office/drawing/2014/main" id="{8D520868-4C6A-1C68-6ECA-7B1457F096A5}"/>
              </a:ext>
            </a:extLst>
          </p:cNvPr>
          <p:cNvSpPr>
            <a:spLocks noGrp="1"/>
          </p:cNvSpPr>
          <p:nvPr>
            <p:ph type="ftr" sz="quarter" idx="16"/>
          </p:nvPr>
        </p:nvSpPr>
        <p:spPr>
          <a:xfrm>
            <a:off x="7407996" y="6126480"/>
            <a:ext cx="2834640" cy="365125"/>
          </a:xfrm>
        </p:spPr>
        <p:txBody>
          <a:bodyPr/>
          <a:lstStyle/>
          <a:p>
            <a:r>
              <a:rPr lang="en-US"/>
              <a:t>Presentation title</a:t>
            </a:r>
          </a:p>
        </p:txBody>
      </p:sp>
      <p:sp>
        <p:nvSpPr>
          <p:cNvPr id="4" name="Date Placeholder 3">
            <a:extLst>
              <a:ext uri="{FF2B5EF4-FFF2-40B4-BE49-F238E27FC236}">
                <a16:creationId xmlns:a16="http://schemas.microsoft.com/office/drawing/2014/main" id="{733F3A40-40CC-8BCE-4C26-6B49E64D60B8}"/>
              </a:ext>
            </a:extLst>
          </p:cNvPr>
          <p:cNvSpPr>
            <a:spLocks noGrp="1"/>
          </p:cNvSpPr>
          <p:nvPr>
            <p:ph type="dt" sz="half" idx="15"/>
          </p:nvPr>
        </p:nvSpPr>
        <p:spPr>
          <a:xfrm>
            <a:off x="10290220" y="6126480"/>
            <a:ext cx="1467840" cy="365125"/>
          </a:xfrm>
        </p:spPr>
        <p:txBody>
          <a:bodyPr/>
          <a:lstStyle/>
          <a:p>
            <a:fld id="{5A0B49E7-1C5B-AD4A-B8C0-4550FE0A0235}" type="datetime1">
              <a:rPr lang="en-US" smtClean="0"/>
              <a:t/>
            </a:fld>
            <a:endParaRPr lang="en-US"/>
          </a:p>
        </p:txBody>
      </p:sp>
    </p:spTree>
    <p:extLst>
      <p:ext uri="{BB962C8B-B14F-4D97-AF65-F5344CB8AC3E}">
        <p14:creationId xmlns:p14="http://schemas.microsoft.com/office/powerpoint/2010/main" val="2419372821"/>
      </p:ext>
    </p:extLst>
  </p:cSld>
  <p:clrMapOvr>
    <a:masterClrMapping/>
  </p:clrMapOvr>
</p:sldLayout>
</file>

<file path=ppt/slideLayouts/slideLayout_80000028_5E458137.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98AE30-B0EC-6508-4AB4-7253892A47C9}"/>
              </a:ext>
            </a:extLst>
          </p:cNvPr>
          <p:cNvSpPr/>
          <p:nvPr/>
        </p:nvSpPr>
        <p:spPr>
          <a:xfrm>
            <a:off x="5516880" y="-1"/>
            <a:ext cx="667512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59361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1" y="1920240"/>
            <a:ext cx="459349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09F9C4D3-7A66-D54C-679E-5F2210D54F38}"/>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4" name="Footer Placeholder 3">
            <a:extLst>
              <a:ext uri="{FF2B5EF4-FFF2-40B4-BE49-F238E27FC236}">
                <a16:creationId xmlns:a16="http://schemas.microsoft.com/office/drawing/2014/main" id="{4D92DF43-22E2-E52D-1677-E2ECB5B988CF}"/>
              </a:ext>
            </a:extLst>
          </p:cNvPr>
          <p:cNvSpPr>
            <a:spLocks noGrp="1"/>
          </p:cNvSpPr>
          <p:nvPr>
            <p:ph type="ftr" sz="quarter" idx="16"/>
          </p:nvPr>
        </p:nvSpPr>
        <p:spPr>
          <a:xfrm>
            <a:off x="809077" y="6126480"/>
            <a:ext cx="3200400" cy="365125"/>
          </a:xfrm>
        </p:spPr>
        <p:txBody>
          <a:bodyPr/>
          <a:lstStyle/>
          <a:p>
            <a:r>
              <a:rPr lang="en-US"/>
              <a:t>Presentation title</a:t>
            </a:r>
          </a:p>
        </p:txBody>
      </p:sp>
      <p:sp>
        <p:nvSpPr>
          <p:cNvPr id="3" name="Date Placeholder 2">
            <a:extLst>
              <a:ext uri="{FF2B5EF4-FFF2-40B4-BE49-F238E27FC236}">
                <a16:creationId xmlns:a16="http://schemas.microsoft.com/office/drawing/2014/main" id="{58BCC0E3-6C08-1723-74E8-C1EF05EFFE07}"/>
              </a:ext>
            </a:extLst>
          </p:cNvPr>
          <p:cNvSpPr>
            <a:spLocks noGrp="1"/>
          </p:cNvSpPr>
          <p:nvPr>
            <p:ph type="dt" sz="half" idx="15"/>
          </p:nvPr>
        </p:nvSpPr>
        <p:spPr>
          <a:xfrm>
            <a:off x="4041314" y="6126480"/>
            <a:ext cx="1009377" cy="365125"/>
          </a:xfrm>
        </p:spPr>
        <p:txBody>
          <a:bodyPr/>
          <a:lstStyle/>
          <a:p>
            <a:fld id="{948C343A-B82F-4143-9348-1F135B2BF1BF}"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35040" y="457200"/>
            <a:ext cx="5661996" cy="5943600"/>
          </a:xfrm>
          <a:blipFill dpi="0" rotWithShape="1">
            <a:blip r:embed="rId2">
              <a:alphaModFix amt="60000"/>
            </a:blip>
            <a:srcRect/>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1581613367"/>
      </p:ext>
    </p:extLst>
  </p:cSld>
  <p:clrMapOvr>
    <a:masterClrMapping/>
  </p:clrMapOvr>
</p:sldLayout>
</file>

<file path=ppt/slideLayouts/slideLayout_80000029_DEF73456.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4E9926E-1454-088A-DAEE-81D8FCE1A622}"/>
              </a:ext>
            </a:extLst>
          </p:cNvPr>
          <p:cNvSpPr/>
          <p:nvPr/>
        </p:nvSpPr>
        <p:spPr>
          <a:xfrm>
            <a:off x="0" y="-1"/>
            <a:ext cx="12192000" cy="3429001"/>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3880757"/>
            <a:ext cx="3044954" cy="2011680"/>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3508" y="457200"/>
            <a:ext cx="11274552" cy="2528633"/>
          </a:xfrm>
          <a:blipFill dpi="0" rotWithShape="1">
            <a:blip r:embed="rId2">
              <a:alphaModFix amt="60000"/>
            </a:blip>
            <a:srcRect/>
            <a:stretch>
              <a:fillRect t="1" r="-233" b="-1750"/>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79669" y="3880758"/>
            <a:ext cx="7900851" cy="201168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E92A1C8-408E-D74D-B08B-E4740ED27994}" type="datetime1">
              <a:rPr lang="en-US" smtClean="0"/>
              <a:t/>
            </a:fld>
            <a:endParaRPr lang="en-US"/>
          </a:p>
        </p:txBody>
      </p:sp>
    </p:spTree>
    <p:extLst>
      <p:ext uri="{BB962C8B-B14F-4D97-AF65-F5344CB8AC3E}">
        <p14:creationId xmlns:p14="http://schemas.microsoft.com/office/powerpoint/2010/main" val="3740742742"/>
      </p:ext>
    </p:extLst>
  </p:cSld>
  <p:clrMapOvr>
    <a:masterClrMapping/>
  </p:clrMapOvr>
</p:sldLayout>
</file>

<file path=ppt/slideLayouts/slideLayout_80000030_8F57A328.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06976" y="457200"/>
            <a:ext cx="7315200" cy="1005840"/>
          </a:xfrm>
        </p:spPr>
        <p:txBody>
          <a:bodyPr anchor="b">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06976" y="1554480"/>
            <a:ext cx="73152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B8CCFB6-66BF-D5A2-4EF3-833708DF04F6}"/>
              </a:ext>
            </a:extLst>
          </p:cNvPr>
          <p:cNvSpPr>
            <a:spLocks noGrp="1"/>
          </p:cNvSpPr>
          <p:nvPr>
            <p:ph type="sldNum" sz="quarter" idx="17"/>
          </p:nvPr>
        </p:nvSpPr>
        <p:spPr>
          <a:xfrm>
            <a:off x="4506976" y="6126480"/>
            <a:ext cx="365760" cy="365125"/>
          </a:xfrm>
        </p:spPr>
        <p:txBody>
          <a:bodyPr/>
          <a:lstStyle/>
          <a:p>
            <a:fld id="{40B778AE-8D30-EC43-B255-420E7914C179}" type="slidenum">
              <a:rPr lang="en-US" smtClean="0"/>
              <a:pPr/>
              <a:t/>
            </a:fld>
            <a:endParaRPr lang="en-US"/>
          </a:p>
        </p:txBody>
      </p:sp>
      <p:sp>
        <p:nvSpPr>
          <p:cNvPr id="6" name="Footer Placeholder 5">
            <a:extLst>
              <a:ext uri="{FF2B5EF4-FFF2-40B4-BE49-F238E27FC236}">
                <a16:creationId xmlns:a16="http://schemas.microsoft.com/office/drawing/2014/main" id="{28ABAED9-FD69-CDB3-CE31-233F9E999A59}"/>
              </a:ext>
            </a:extLst>
          </p:cNvPr>
          <p:cNvSpPr>
            <a:spLocks noGrp="1"/>
          </p:cNvSpPr>
          <p:nvPr>
            <p:ph type="ftr" sz="quarter" idx="16"/>
          </p:nvPr>
        </p:nvSpPr>
        <p:spPr>
          <a:xfrm>
            <a:off x="4904572" y="6126480"/>
            <a:ext cx="3657600" cy="365125"/>
          </a:xfrm>
        </p:spPr>
        <p:txBody>
          <a:bodyPr/>
          <a:lstStyle/>
          <a:p>
            <a:r>
              <a:rPr lang="en-US"/>
              <a:t>Presentation title</a:t>
            </a:r>
          </a:p>
        </p:txBody>
      </p:sp>
      <p:sp>
        <p:nvSpPr>
          <p:cNvPr id="5" name="Date Placeholder 4">
            <a:extLst>
              <a:ext uri="{FF2B5EF4-FFF2-40B4-BE49-F238E27FC236}">
                <a16:creationId xmlns:a16="http://schemas.microsoft.com/office/drawing/2014/main" id="{028C4576-1D70-8D69-935F-F5841843BF28}"/>
              </a:ext>
            </a:extLst>
          </p:cNvPr>
          <p:cNvSpPr>
            <a:spLocks noGrp="1"/>
          </p:cNvSpPr>
          <p:nvPr>
            <p:ph type="dt" sz="half" idx="15"/>
          </p:nvPr>
        </p:nvSpPr>
        <p:spPr/>
        <p:txBody>
          <a:bodyPr/>
          <a:lstStyle/>
          <a:p>
            <a:fld id="{3EB7EF76-FB1E-EA44-B271-29D75F3FBB25}" type="datetime1">
              <a:rPr lang="en-US" smtClean="0"/>
              <a:t/>
            </a:fld>
            <a:endParaRPr lang="en-US"/>
          </a:p>
        </p:txBody>
      </p:sp>
    </p:spTree>
    <p:extLst>
      <p:ext uri="{BB962C8B-B14F-4D97-AF65-F5344CB8AC3E}">
        <p14:creationId xmlns:p14="http://schemas.microsoft.com/office/powerpoint/2010/main" val="2404885288"/>
      </p:ext>
    </p:extLst>
  </p:cSld>
  <p:clrMapOvr>
    <a:masterClrMapping/>
  </p:clrMapOvr>
</p:sldLayout>
</file>

<file path=ppt/slideLayouts/slideLayout_80000031_35DFC4FC.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315200" cy="914400"/>
          </a:xfrm>
        </p:spPr>
        <p:txBody>
          <a:bodyPr anchor="b">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1554480"/>
            <a:ext cx="7315200" cy="4480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C5D31AD-BC5C-0681-77D2-AA2DD3FACC0E}"/>
              </a:ext>
            </a:extLst>
          </p:cNvPr>
          <p:cNvSpPr>
            <a:spLocks noGrp="1"/>
          </p:cNvSpPr>
          <p:nvPr>
            <p:ph type="sldNum" sz="quarter" idx="17"/>
          </p:nvPr>
        </p:nvSpPr>
        <p:spPr/>
        <p:txBody>
          <a:body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A17CFFF4-D46A-BAF9-7B12-CCCCD9D4B9E8}"/>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15F3D3FC-835B-4DD5-6FB4-1C61B80E1E7E}"/>
              </a:ext>
            </a:extLst>
          </p:cNvPr>
          <p:cNvSpPr>
            <a:spLocks noGrp="1"/>
          </p:cNvSpPr>
          <p:nvPr>
            <p:ph type="dt" sz="half" idx="15"/>
          </p:nvPr>
        </p:nvSpPr>
        <p:spPr>
          <a:xfrm>
            <a:off x="5782614" y="6126480"/>
            <a:ext cx="1989786" cy="365125"/>
          </a:xfrm>
        </p:spPr>
        <p:txBody>
          <a:bodyPr/>
          <a:lstStyle/>
          <a:p>
            <a:fld id="{45042452-74AC-7E41-8CDA-7073C00E876C}" type="datetime1">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74182" y="0"/>
            <a:ext cx="4017817" cy="6858000"/>
          </a:xfrm>
          <a:blipFill dpi="0" rotWithShape="1">
            <a:blip r:embed="rId2">
              <a:alphaModFix amt="60000"/>
            </a:blip>
            <a:srcRect/>
            <a:stretch>
              <a:fillRect l="-2052"/>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903857404"/>
      </p:ext>
    </p:extLst>
  </p:cSld>
  <p:clrMapOvr>
    <a:masterClrMapping/>
  </p:clrMapOvr>
</p:sldLayout>
</file>

<file path=ppt/slideLayouts/slideLayout_80000032_871849E1.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564763" cy="1269482"/>
          </a:xfrm>
        </p:spPr>
        <p:txBody>
          <a:bodyPr anchor="t">
            <a:no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1968816"/>
            <a:ext cx="4564763" cy="3963682"/>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500688" y="457200"/>
            <a:ext cx="6217920" cy="54752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22D6359-BBC3-9E40-B171-C99E9F4933E9}" type="datetime1">
              <a:rPr lang="en-US" smtClean="0"/>
              <a:t/>
            </a:fld>
            <a:endParaRPr lang="en-US"/>
          </a:p>
        </p:txBody>
      </p:sp>
    </p:spTree>
    <p:extLst>
      <p:ext uri="{BB962C8B-B14F-4D97-AF65-F5344CB8AC3E}">
        <p14:creationId xmlns:p14="http://schemas.microsoft.com/office/powerpoint/2010/main" val="2266515937"/>
      </p:ext>
    </p:extLst>
  </p:cSld>
  <p:clrMapOvr>
    <a:masterClrMapping/>
  </p:clrMapOvr>
</p:sldLayout>
</file>

<file path=ppt/slideLayouts/slideLayout_80000033_FE0C4E13.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540760" cy="1316347"/>
          </a:xfrm>
        </p:spPr>
        <p:txBody>
          <a:bodyPr anchor="t">
            <a:normAutofit/>
          </a:bodyPr>
          <a:lstStyle>
            <a:lvl1pPr>
              <a:defRPr sz="28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7200" y="2089842"/>
            <a:ext cx="3540760" cy="3853758"/>
          </a:xfrm>
          <a:blipFill dpi="0" rotWithShape="1">
            <a:blip r:embed="rId2">
              <a:alphaModFix amt="60000"/>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80559" y="457200"/>
            <a:ext cx="7254239" cy="5669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06BEBE4-268E-1643-A712-CC93702C9C05}" type="datetime1">
              <a:rPr lang="en-US" smtClean="0"/>
              <a:t/>
            </a:fld>
            <a:endParaRPr lang="en-US"/>
          </a:p>
        </p:txBody>
      </p:sp>
    </p:spTree>
    <p:extLst>
      <p:ext uri="{BB962C8B-B14F-4D97-AF65-F5344CB8AC3E}">
        <p14:creationId xmlns:p14="http://schemas.microsoft.com/office/powerpoint/2010/main" val="4262219283"/>
      </p:ext>
    </p:extLst>
  </p:cSld>
  <p:clrMapOvr>
    <a:masterClrMapping/>
  </p:clrMapOvr>
</p:sldLayout>
</file>

<file path=ppt/slideLayouts/slideLayout_80000034_F06CFD52.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000" b="0" i="0"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031070" y="457200"/>
            <a:ext cx="8129861" cy="4536141"/>
          </a:xfrm>
        </p:spPr>
        <p:txBody>
          <a:bodyPr anchor="b">
            <a:normAutofit/>
          </a:bodyPr>
          <a:lstStyle>
            <a:lvl1pPr marL="0" indent="0" algn="ctr">
              <a:lnSpc>
                <a:spcPct val="90000"/>
              </a:lnSpc>
              <a:buNone/>
              <a:defRPr sz="27000" b="0">
                <a:solidFill>
                  <a:schemeClr val="tx1"/>
                </a:solidFill>
                <a:latin typeface="+mj-lt"/>
                <a:cs typeface="Urdu Typesetting" panose="03020402040406030203" pitchFamily="66" charset="-78"/>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Presentation title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37E66D84-D695-C745-96DB-748C5AC7D514}" type="datetime1">
              <a:rPr lang="en-US" smtClean="0"/>
              <a:t/>
            </a:fld>
            <a:endParaRPr lang="en-US"/>
          </a:p>
        </p:txBody>
      </p:sp>
      <p:pic>
        <p:nvPicPr>
          <p:cNvPr id="8" name="Picture 7" descr="Blue leaves on a black background&#10;&#10;AI-generated content may be incorrect.">
            <a:extLst>
              <a:ext uri="{FF2B5EF4-FFF2-40B4-BE49-F238E27FC236}">
                <a16:creationId xmlns:a16="http://schemas.microsoft.com/office/drawing/2014/main" id="{7937E1ED-1028-57A9-8653-199F587CAA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4033674578"/>
      </p:ext>
    </p:extLst>
  </p:cSld>
  <p:clrMapOvr>
    <a:masterClrMapping/>
  </p:clrMapOvr>
</p:sldLayout>
</file>

<file path=ppt/slideLayouts/slideLayout_80000035_EEAF97ED.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6152" y="4892040"/>
            <a:ext cx="9762068" cy="1060704"/>
          </a:xfrm>
        </p:spPr>
        <p:txBody>
          <a:bodyPr anchor="ctr">
            <a:normAutofit/>
          </a:bodyPr>
          <a:lstStyle>
            <a:lvl1pPr algn="ctr">
              <a:lnSpc>
                <a:spcPct val="110000"/>
              </a:lnSpc>
              <a:defRPr sz="20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438400" y="457200"/>
            <a:ext cx="7315200" cy="4535424"/>
          </a:xfrm>
        </p:spPr>
        <p:txBody>
          <a:bodyPr anchor="b">
            <a:normAutofit/>
          </a:bodyPr>
          <a:lstStyle>
            <a:lvl1pPr marL="0" indent="0" algn="ctr">
              <a:lnSpc>
                <a:spcPct val="90000"/>
              </a:lnSpc>
              <a:buNone/>
              <a:defRPr sz="27000" b="0">
                <a:solidFill>
                  <a:schemeClr val="tx2"/>
                </a:solidFill>
                <a:latin typeface="+mj-lt"/>
                <a:cs typeface="Urdu Typesetting" panose="03020402040406030203" pitchFamily="66" charset="-78"/>
              </a:defRPr>
            </a:lvl1pPr>
          </a:lstStyle>
          <a:p>
            <a:pPr lvl="0"/>
            <a:r>
              <a:rPr lang="en-US"/>
              <a: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2"/>
                </a:solidFill>
              </a:defRPr>
            </a:lvl1pPr>
          </a:lstStyle>
          <a:p>
            <a:fld id="{AEAA3239-9EA4-4A65-A281-97F994456D9F}" type="slidenum">
              <a:rPr lang="en-US" smtClean="0"/>
              <a:pPr/>
              <a:t/>
            </a:fld>
            <a:endParaRPr lang="en-US">
              <a:solidFill>
                <a:schemeClr val="tx2"/>
              </a:solidFill>
            </a:endParaRP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2"/>
                </a:solidFill>
              </a:defRPr>
            </a:lvl1pPr>
          </a:lstStyle>
          <a:p>
            <a:r>
              <a:rPr lang="en-US"/>
              <a:t>Presentation title</a:t>
            </a:r>
            <a:endParaRPr lang="en-US">
              <a:solidFill>
                <a:schemeClr val="tx2"/>
              </a:solidFill>
            </a:endParaRP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2"/>
                </a:solidFill>
              </a:defRPr>
            </a:lvl1pPr>
          </a:lstStyle>
          <a:p>
            <a:fld id="{8B814E37-7324-6845-87AB-412490586DE2}" type="datetime1">
              <a:rPr lang="en-US" smtClean="0">
                <a:solidFill>
                  <a:schemeClr val="tx2"/>
                </a:solidFill>
              </a:rPr>
              <a:t/>
            </a:fld>
            <a:endParaRPr lang="en-US">
              <a:solidFill>
                <a:schemeClr val="tx2"/>
              </a:solidFill>
            </a:endParaRPr>
          </a:p>
        </p:txBody>
      </p:sp>
      <p:pic>
        <p:nvPicPr>
          <p:cNvPr id="8" name="Picture 7" descr="Blue leaves on a black background&#10;&#10;AI-generated content may be incorrect.">
            <a:extLst>
              <a:ext uri="{FF2B5EF4-FFF2-40B4-BE49-F238E27FC236}">
                <a16:creationId xmlns:a16="http://schemas.microsoft.com/office/drawing/2014/main" id="{0880C214-5B6A-CB20-C2B7-43282B9B191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560320"/>
            <a:ext cx="1917700" cy="1346200"/>
          </a:xfrm>
          <a:prstGeom prst="rect">
            <a:avLst/>
          </a:prstGeom>
        </p:spPr>
      </p:pic>
    </p:spTree>
    <p:extLst>
      <p:ext uri="{BB962C8B-B14F-4D97-AF65-F5344CB8AC3E}">
        <p14:creationId xmlns:p14="http://schemas.microsoft.com/office/powerpoint/2010/main" val="4004485101"/>
      </p:ext>
    </p:extLst>
  </p:cSld>
  <p:clrMapOvr>
    <a:overrideClrMapping bg1="dk1" tx1="lt1" bg2="dk2" tx2="lt2" accent1="accent1" accent2="accent2" accent3="accent3" accent4="accent4" accent5="accent5" accent6="accent6" hlink="hlink" folHlink="folHlink"/>
  </p:clrMapOvr>
</p:sldLayout>
</file>

<file path=ppt/slideLayouts/slideLayout_80000036_976BD7E8.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pic>
        <p:nvPicPr>
          <p:cNvPr id="4" name="Picture 3" descr="Blue leaves in a circle&#10;&#10;AI-generated content may be incorrect.">
            <a:extLst>
              <a:ext uri="{FF2B5EF4-FFF2-40B4-BE49-F238E27FC236}">
                <a16:creationId xmlns:a16="http://schemas.microsoft.com/office/drawing/2014/main" id="{BF0F0DCE-304C-EF8B-B97E-382148327DD9}"/>
              </a:ext>
            </a:extLst>
          </p:cNvPr>
          <p:cNvPicPr>
            <a:picLocks noChangeAspect="1"/>
          </p:cNvPicPr>
          <p:nvPr/>
        </p:nvPicPr>
        <p:blipFill>
          <a:blip r:embed="rId2"/>
          <a:stretch>
            <a:fillRect/>
          </a:stretch>
        </p:blipFill>
        <p:spPr>
          <a:xfrm>
            <a:off x="0" y="0"/>
            <a:ext cx="12202847" cy="6858000"/>
          </a:xfrm>
          <a:prstGeom prst="rect">
            <a:avLst/>
          </a:prstGeom>
        </p:spPr>
      </p:pic>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3352800" y="4397696"/>
            <a:ext cx="5486400" cy="1463040"/>
          </a:xfrm>
        </p:spPr>
        <p:txBody>
          <a:bodyPr anchor="t" anchorCtr="0">
            <a:normAutofit/>
          </a:bodyPr>
          <a:lstStyle>
            <a:lvl1pPr algn="ctr">
              <a:lnSpc>
                <a:spcPct val="110000"/>
              </a:lnSpc>
              <a:defRPr sz="1800" b="0" i="0" spc="100" baseline="0">
                <a:solidFill>
                  <a:schemeClr val="tx2"/>
                </a:solidFill>
                <a:latin typeface="+mn-lt"/>
                <a:ea typeface="Source Sans Pro Light" panose="020B0403030403020204" pitchFamily="34" charset="0"/>
                <a:cs typeface="Cordia New" panose="020B0304020202020204" pitchFamily="34" charset="-34"/>
              </a:defRPr>
            </a:lvl1pPr>
          </a:lstStyle>
          <a:p>
            <a:r>
              <a:rPr lang="en-US"/>
              <a:t>Click to edit Master title style</a:t>
            </a: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2074069" y="1171579"/>
            <a:ext cx="8043862" cy="3566160"/>
          </a:xfrm>
        </p:spPr>
        <p:txBody>
          <a:bodyPr anchor="b">
            <a:normAutofit/>
          </a:bodyPr>
          <a:lstStyle>
            <a:lvl1pPr marL="0" indent="0" algn="ctr">
              <a:lnSpc>
                <a:spcPct val="90000"/>
              </a:lnSpc>
              <a:buNone/>
              <a:defRPr sz="25000" b="0">
                <a:solidFill>
                  <a:schemeClr val="tx2"/>
                </a:solidFill>
                <a:latin typeface="+mj-lt"/>
                <a:cs typeface="Urdu Typesetting" panose="03020402040406030203" pitchFamily="66" charset="-78"/>
              </a:defRPr>
            </a:lvl1pPr>
          </a:lstStyle>
          <a:p>
            <a:pPr lvl="0"/>
            <a:r>
              <a:rPr lang="en-US"/>
              <a:t>##%</a:t>
            </a:r>
          </a:p>
        </p:txBody>
      </p:sp>
    </p:spTree>
    <p:extLst>
      <p:ext uri="{BB962C8B-B14F-4D97-AF65-F5344CB8AC3E}">
        <p14:creationId xmlns:p14="http://schemas.microsoft.com/office/powerpoint/2010/main" val="2540427240"/>
      </p:ext>
    </p:extLst>
  </p:cSld>
  <p:clrMapOvr>
    <a:overrideClrMapping bg1="dk1" tx1="lt1" bg2="dk2" tx2="lt2" accent1="accent1" accent2="accent2" accent3="accent3" accent4="accent4" accent5="accent5" accent6="accent6" hlink="hlink" folHlink="folHlink"/>
  </p:clrMapOvr>
</p:sldLayout>
</file>

<file path=ppt/slideLayouts/slideLayout_80000037_98B7EBD8.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52600" y="365760"/>
            <a:ext cx="8686800" cy="5486400"/>
          </a:xfrm>
        </p:spPr>
        <p:txBody>
          <a:bodyPr anchor="ctr" anchorCtr="0">
            <a:noAutofit/>
          </a:bodyPr>
          <a:lstStyle>
            <a:lvl1pPr marL="0" indent="0" algn="ctr">
              <a:lnSpc>
                <a:spcPct val="80000"/>
              </a:lnSpc>
              <a:buNone/>
              <a:defRPr sz="6600" b="0" cap="all" baseline="0">
                <a:solidFill>
                  <a:schemeClr val="tx1"/>
                </a:solidFill>
                <a:latin typeface="+mj-lt"/>
                <a:cs typeface="Urdu Typesetting" panose="03020402040406030203" pitchFamily="66" charset="-78"/>
              </a:defRPr>
            </a:lvl1pPr>
            <a:lvl2pPr marL="228600" indent="0" algn="ctr">
              <a:lnSpc>
                <a:spcPct val="80000"/>
              </a:lnSpc>
              <a:buNone/>
              <a:defRPr sz="6000" b="0" cap="all" baseline="0">
                <a:solidFill>
                  <a:schemeClr val="tx1"/>
                </a:solidFill>
                <a:latin typeface="+mj-lt"/>
                <a:cs typeface="Urdu Typesetting" panose="03020402040406030203" pitchFamily="66" charset="-78"/>
              </a:defRPr>
            </a:lvl2pPr>
            <a:lvl3pPr marL="457200" indent="0" algn="ctr">
              <a:lnSpc>
                <a:spcPct val="80000"/>
              </a:lnSpc>
              <a:buNone/>
              <a:defRPr sz="5400" b="0" cap="all" baseline="0">
                <a:solidFill>
                  <a:schemeClr val="tx1"/>
                </a:solidFill>
                <a:latin typeface="+mj-lt"/>
                <a:cs typeface="Urdu Typesetting" panose="03020402040406030203" pitchFamily="66" charset="-78"/>
              </a:defRPr>
            </a:lvl3pPr>
            <a:lvl4pPr marL="685800" indent="0" algn="ctr">
              <a:lnSpc>
                <a:spcPct val="80000"/>
              </a:lnSpc>
              <a:buNone/>
              <a:defRPr sz="4800" b="0" cap="all" baseline="0">
                <a:solidFill>
                  <a:schemeClr val="tx1"/>
                </a:solidFill>
                <a:latin typeface="+mj-lt"/>
                <a:cs typeface="Urdu Typesetting" panose="03020402040406030203" pitchFamily="66" charset="-78"/>
              </a:defRPr>
            </a:lvl4pPr>
            <a:lvl5pPr marL="914400" indent="0" algn="ctr">
              <a:lnSpc>
                <a:spcPct val="80000"/>
              </a:lnSpc>
              <a:buNone/>
              <a:defRPr sz="4400" b="0" cap="all" baseline="0">
                <a:solidFill>
                  <a:schemeClr val="tx1"/>
                </a:solidFill>
                <a:latin typeface="+mj-lt"/>
                <a:cs typeface="Urdu Typesetting" panose="03020402040406030203" pitchFamily="66" charset="-78"/>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8BC944B1-A93B-F147-9A5A-D2620572B4B1}" type="datetime1">
              <a:rPr lang="en-US" smtClean="0"/>
              <a:t/>
            </a:fld>
            <a:endParaRPr lang="en-US"/>
          </a:p>
        </p:txBody>
      </p:sp>
      <p:pic>
        <p:nvPicPr>
          <p:cNvPr id="10" name="Picture 9" descr="A blue and black image of two birds&#10;&#10;AI-generated content may be incorrect.">
            <a:extLst>
              <a:ext uri="{FF2B5EF4-FFF2-40B4-BE49-F238E27FC236}">
                <a16:creationId xmlns:a16="http://schemas.microsoft.com/office/drawing/2014/main" id="{296154C5-7B40-49CB-E343-73980D8C709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rot="5400000">
            <a:off x="9654540" y="3003334"/>
            <a:ext cx="4160520" cy="914400"/>
          </a:xfrm>
          <a:prstGeom prst="rect">
            <a:avLst/>
          </a:prstGeom>
        </p:spPr>
      </p:pic>
      <p:pic>
        <p:nvPicPr>
          <p:cNvPr id="12" name="Picture 11" descr="A blue leafy plant&#10;&#10;AI-generated content may be incorrect.">
            <a:extLst>
              <a:ext uri="{FF2B5EF4-FFF2-40B4-BE49-F238E27FC236}">
                <a16:creationId xmlns:a16="http://schemas.microsoft.com/office/drawing/2014/main" id="{C5608801-CE38-1990-EC36-5F382F3AC339}"/>
              </a:ext>
            </a:extLst>
          </p:cNvPr>
          <p:cNvPicPr>
            <a:picLocks noChangeAspect="1"/>
          </p:cNvPicPr>
          <p:nvPr/>
        </p:nvPicPr>
        <p:blipFill>
          <a:blip r:embed="rId3" cstate="email">
            <a:extLst>
              <a:ext uri="{28A0092B-C50C-407E-A947-70E740481C1C}">
                <a14:useLocalDpi xmlns:a14="http://schemas.microsoft.com/office/drawing/2010/main"/>
              </a:ext>
            </a:extLst>
          </a:blip>
          <a:srcRect t="-17073"/>
          <a:stretch>
            <a:fillRect/>
          </a:stretch>
        </p:blipFill>
        <p:spPr>
          <a:xfrm>
            <a:off x="0" y="157646"/>
            <a:ext cx="1757091" cy="1460378"/>
          </a:xfrm>
          <a:prstGeom prst="rect">
            <a:avLst/>
          </a:prstGeom>
        </p:spPr>
      </p:pic>
      <p:pic>
        <p:nvPicPr>
          <p:cNvPr id="13" name="Picture 12" descr="A blue leaf on a black background&#10;&#10;AI-generated content may be incorrect.">
            <a:extLst>
              <a:ext uri="{FF2B5EF4-FFF2-40B4-BE49-F238E27FC236}">
                <a16:creationId xmlns:a16="http://schemas.microsoft.com/office/drawing/2014/main" id="{497485C4-99A6-761F-6BC9-2157F7BE1AB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rot="16200000" flipH="1">
            <a:off x="-1163538" y="2885078"/>
            <a:ext cx="3361254" cy="1034177"/>
          </a:xfrm>
          <a:prstGeom prst="rect">
            <a:avLst/>
          </a:prstGeom>
        </p:spPr>
      </p:pic>
    </p:spTree>
    <p:extLst>
      <p:ext uri="{BB962C8B-B14F-4D97-AF65-F5344CB8AC3E}">
        <p14:creationId xmlns:p14="http://schemas.microsoft.com/office/powerpoint/2010/main" val="2562190296"/>
      </p:ext>
    </p:extLst>
  </p:cSld>
  <p:clrMapOvr>
    <a:masterClrMapping/>
  </p:clrMapOvr>
</p:sldLayout>
</file>

<file path=ppt/slideLayouts/slideLayout_80000038_4337AB3D.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4" name="Picture 3" descr="Blue leaves on a black background&#10;&#10;AI-generated content may be incorrect.">
            <a:extLst>
              <a:ext uri="{FF2B5EF4-FFF2-40B4-BE49-F238E27FC236}">
                <a16:creationId xmlns:a16="http://schemas.microsoft.com/office/drawing/2014/main" id="{FF848890-CE01-9C1B-6EF2-542D922D1ACF}"/>
              </a:ext>
            </a:extLst>
          </p:cNvPr>
          <p:cNvPicPr>
            <a:picLocks noChangeAspect="1"/>
          </p:cNvPicPr>
          <p:nvPr/>
        </p:nvPicPr>
        <p:blipFill>
          <a:blip r:embed="rId2"/>
          <a:stretch>
            <a:fillRect/>
          </a:stretch>
        </p:blipFill>
        <p:spPr>
          <a:xfrm flipH="1">
            <a:off x="0" y="0"/>
            <a:ext cx="7031307"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15024" y="1040528"/>
            <a:ext cx="5843035" cy="4572000"/>
          </a:xfrm>
        </p:spPr>
        <p:txBody>
          <a:bodyPr anchor="ctr" anchorCtr="0">
            <a:normAutofit/>
          </a:bodyPr>
          <a:lstStyle>
            <a:lvl1pPr marL="0" indent="0">
              <a:lnSpc>
                <a:spcPct val="80000"/>
              </a:lnSpc>
              <a:buNone/>
              <a:defRPr sz="4800" b="0" cap="all" baseline="0">
                <a:solidFill>
                  <a:schemeClr val="tx2"/>
                </a:solidFill>
                <a:latin typeface="+mj-lt"/>
                <a:cs typeface="Urdu Typesetting" panose="03020402040406030203" pitchFamily="66" charset="-78"/>
              </a:defRPr>
            </a:lvl1pPr>
            <a:lvl2pPr marL="228600" indent="0">
              <a:lnSpc>
                <a:spcPct val="80000"/>
              </a:lnSpc>
              <a:buNone/>
              <a:defRPr sz="4400" b="0" cap="all" baseline="0">
                <a:solidFill>
                  <a:schemeClr val="tx2"/>
                </a:solidFill>
                <a:latin typeface="+mj-lt"/>
                <a:cs typeface="Urdu Typesetting" panose="03020402040406030203" pitchFamily="66" charset="-78"/>
              </a:defRPr>
            </a:lvl2pPr>
            <a:lvl3pPr marL="457200" indent="0">
              <a:lnSpc>
                <a:spcPct val="80000"/>
              </a:lnSpc>
              <a:buNone/>
              <a:defRPr sz="4000" b="0" cap="all" baseline="0">
                <a:solidFill>
                  <a:schemeClr val="tx2"/>
                </a:solidFill>
                <a:latin typeface="+mj-lt"/>
                <a:cs typeface="Urdu Typesetting" panose="03020402040406030203" pitchFamily="66" charset="-78"/>
              </a:defRPr>
            </a:lvl3pPr>
            <a:lvl4pPr marL="685800" indent="0">
              <a:lnSpc>
                <a:spcPct val="80000"/>
              </a:lnSpc>
              <a:buNone/>
              <a:defRPr sz="3600" b="0" cap="all" baseline="0">
                <a:solidFill>
                  <a:schemeClr val="tx2"/>
                </a:solidFill>
                <a:latin typeface="+mj-lt"/>
                <a:cs typeface="Urdu Typesetting" panose="03020402040406030203" pitchFamily="66" charset="-78"/>
              </a:defRPr>
            </a:lvl4pPr>
            <a:lvl5pPr marL="914400" indent="0">
              <a:lnSpc>
                <a:spcPct val="80000"/>
              </a:lnSpc>
              <a:buNone/>
              <a:defRPr sz="3200" b="0" cap="all" baseline="0">
                <a:solidFill>
                  <a:schemeClr val="tx2"/>
                </a:solidFill>
                <a:latin typeface="+mj-lt"/>
                <a:cs typeface="Urdu Typesetting" panose="03020402040406030203" pitchFamily="66" charset="-78"/>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7721789"/>
      </p:ext>
    </p:extLst>
  </p:cSld>
  <p:clrMapOvr>
    <a:overrideClrMapping bg1="dk1" tx1="lt1" bg2="dk2" tx2="lt2" accent1="accent1" accent2="accent2" accent3="accent3" accent4="accent4" accent5="accent5" accent6="accent6" hlink="hlink" folHlink="folHlink"/>
  </p:clrMapOvr>
</p:sldLayout>
</file>

<file path=ppt/slideLayouts/slideLayout_80000039_841D48CC.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160B913-2D3E-D2F1-2DC5-E8D1EB38E455}"/>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822960" y="1280160"/>
            <a:ext cx="10515600" cy="4114800"/>
          </a:xfrm>
        </p:spPr>
        <p:txBody>
          <a:bodyPr anchor="ctr">
            <a:noAutofit/>
          </a:bodyPr>
          <a:lstStyle>
            <a:lvl1pPr marL="0" indent="0">
              <a:lnSpc>
                <a:spcPct val="80000"/>
              </a:lnSpc>
              <a:buNone/>
              <a:defRPr sz="6600" b="0" cap="all" baseline="0">
                <a:solidFill>
                  <a:schemeClr val="tx1"/>
                </a:solidFill>
                <a:latin typeface="+mj-lt"/>
                <a:cs typeface="Urdu Typesetting" panose="03020402040406030203" pitchFamily="66" charset="-78"/>
              </a:defRPr>
            </a:lvl1pPr>
            <a:lvl2pPr marL="228600" indent="0">
              <a:lnSpc>
                <a:spcPct val="80000"/>
              </a:lnSpc>
              <a:buNone/>
              <a:defRPr sz="6600" b="0" cap="all" baseline="0">
                <a:solidFill>
                  <a:schemeClr val="tx1"/>
                </a:solidFill>
                <a:latin typeface="+mj-lt"/>
                <a:cs typeface="Urdu Typesetting" panose="03020402040406030203" pitchFamily="66" charset="-78"/>
              </a:defRPr>
            </a:lvl2pPr>
            <a:lvl3pPr marL="457200" indent="0">
              <a:lnSpc>
                <a:spcPct val="80000"/>
              </a:lnSpc>
              <a:buNone/>
              <a:defRPr sz="6600" b="0" cap="all" baseline="0">
                <a:solidFill>
                  <a:schemeClr val="tx1"/>
                </a:solidFill>
                <a:latin typeface="+mj-lt"/>
                <a:cs typeface="Urdu Typesetting" panose="03020402040406030203" pitchFamily="66" charset="-78"/>
              </a:defRPr>
            </a:lvl3pPr>
            <a:lvl4pPr marL="685800" indent="0">
              <a:lnSpc>
                <a:spcPct val="80000"/>
              </a:lnSpc>
              <a:buNone/>
              <a:defRPr sz="6600" b="0" cap="all" baseline="0">
                <a:solidFill>
                  <a:schemeClr val="tx1"/>
                </a:solidFill>
                <a:latin typeface="+mj-lt"/>
                <a:cs typeface="Urdu Typesetting" panose="03020402040406030203" pitchFamily="66" charset="-78"/>
              </a:defRPr>
            </a:lvl4pPr>
            <a:lvl5pPr marL="914400" indent="0">
              <a:lnSpc>
                <a:spcPct val="80000"/>
              </a:lnSpc>
              <a:buNone/>
              <a:defRPr sz="6600" b="0" cap="all" baseline="0">
                <a:solidFill>
                  <a:schemeClr val="tx1"/>
                </a:solidFill>
                <a:latin typeface="+mj-lt"/>
                <a:cs typeface="Urdu Typesetting" panose="03020402040406030203" pitchFamily="66" charset="-78"/>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D5A1C0D-A5B5-3D43-825A-85FAF7F7BC22}" type="datetime1">
              <a:rPr lang="en-US" smtClean="0"/>
              <a:t/>
            </a:fld>
            <a:endParaRPr lang="en-US"/>
          </a:p>
        </p:txBody>
      </p:sp>
      <p:pic>
        <p:nvPicPr>
          <p:cNvPr id="9" name="Picture 8" descr="A blue and black image of two birds&#10;&#10;AI-generated content may be incorrect.">
            <a:extLst>
              <a:ext uri="{FF2B5EF4-FFF2-40B4-BE49-F238E27FC236}">
                <a16:creationId xmlns:a16="http://schemas.microsoft.com/office/drawing/2014/main" id="{1CCED1F3-3CEB-D840-3519-74AC605E8DC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14400" y="0"/>
            <a:ext cx="4160520" cy="919694"/>
          </a:xfrm>
          <a:prstGeom prst="rect">
            <a:avLst/>
          </a:prstGeom>
        </p:spPr>
      </p:pic>
    </p:spTree>
    <p:extLst>
      <p:ext uri="{BB962C8B-B14F-4D97-AF65-F5344CB8AC3E}">
        <p14:creationId xmlns:p14="http://schemas.microsoft.com/office/powerpoint/2010/main" val="2216511692"/>
      </p:ext>
    </p:extLst>
  </p:cSld>
  <p:clrMapOvr>
    <a:masterClrMapping/>
  </p:clrMapOvr>
</p:sldLayout>
</file>

<file path=ppt/slideLayouts/slideLayout_80000040_9331B9B8.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CC57870-6258-3787-62B9-78CC66A2B053}"/>
              </a:ext>
            </a:extLst>
          </p:cNvPr>
          <p:cNvSpPr/>
          <p:nvPr/>
        </p:nvSpPr>
        <p:spPr>
          <a:xfrm>
            <a:off x="411480" y="408561"/>
            <a:ext cx="11346580" cy="5477889"/>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914400" y="914400"/>
            <a:ext cx="10332720" cy="1371600"/>
          </a:xfrm>
        </p:spPr>
        <p:txBody>
          <a:bodyPr anchor="b">
            <a:normAutofit/>
          </a:bodyPr>
          <a:lstStyle>
            <a:lvl1pPr>
              <a:defRPr sz="48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914400" y="2651760"/>
            <a:ext cx="10332720" cy="27731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C36A54-899C-E541-8E52-4AB7D9961575}" type="datetime1">
              <a:rPr lang="en-US" smtClean="0"/>
              <a:t/>
            </a:fld>
            <a:endParaRPr lang="en-US"/>
          </a:p>
        </p:txBody>
      </p:sp>
      <p:pic>
        <p:nvPicPr>
          <p:cNvPr id="7" name="Picture 6" descr="A blue and black image of two birds&#10;&#10;AI-generated content may be incorrect.">
            <a:extLst>
              <a:ext uri="{FF2B5EF4-FFF2-40B4-BE49-F238E27FC236}">
                <a16:creationId xmlns:a16="http://schemas.microsoft.com/office/drawing/2014/main" id="{DF688FE8-69D4-9BEF-4BAA-95000B6B06F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a:off x="4158274" y="5524901"/>
            <a:ext cx="6065596" cy="1333098"/>
          </a:xfrm>
          <a:prstGeom prst="rect">
            <a:avLst/>
          </a:prstGeom>
        </p:spPr>
      </p:pic>
    </p:spTree>
    <p:extLst>
      <p:ext uri="{BB962C8B-B14F-4D97-AF65-F5344CB8AC3E}">
        <p14:creationId xmlns:p14="http://schemas.microsoft.com/office/powerpoint/2010/main" val="2469509560"/>
      </p:ext>
    </p:extLst>
  </p:cSld>
  <p:clrMapOvr>
    <a:masterClrMapping/>
  </p:clrMapOvr>
</p:sldLayout>
</file>

<file path=ppt/slideLayouts/slideLayout_80000041_650153AA.xml><?xml version="1.0" encoding="utf-8"?>
<p:sldLayout xmlns:a="http://schemas.openxmlformats.org/drawingml/2006/main" xmlns:r="http://schemas.openxmlformats.org/officeDocument/2006/relationships" xmlns:p="http://schemas.openxmlformats.org/presentationml/2006/main"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914400"/>
            <a:ext cx="5486400" cy="2514600"/>
          </a:xfrm>
        </p:spPr>
        <p:txBody>
          <a:bodyPr anchor="b" anchorCtr="0">
            <a:noAutofit/>
          </a:bodyPr>
          <a:lstStyle>
            <a:lvl1pPr>
              <a:defRPr sz="48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82336"/>
            <a:ext cx="5486400" cy="2318402"/>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C7A4A97-A7C4-9F40-8A0A-FE5948AA7EAD}" type="datetime1">
              <a:rPr lang="en-US" smtClean="0"/>
              <a:t/>
            </a:fld>
            <a:endParaRPr lang="en-US"/>
          </a:p>
        </p:txBody>
      </p:sp>
      <p:sp>
        <p:nvSpPr>
          <p:cNvPr id="9" name="Rectangle 8">
            <a:extLst>
              <a:ext uri="{FF2B5EF4-FFF2-40B4-BE49-F238E27FC236}">
                <a16:creationId xmlns:a16="http://schemas.microsoft.com/office/drawing/2014/main" id="{4D38A79B-2A35-A3D9-A7ED-DE7607A5B87F}"/>
              </a:ext>
            </a:extLst>
          </p:cNvPr>
          <p:cNvSpPr/>
          <p:nvPr/>
        </p:nvSpPr>
        <p:spPr>
          <a:xfrm>
            <a:off x="7383790" y="914400"/>
            <a:ext cx="4389990" cy="475488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lemon on a branch&#10;&#10;AI-generated content may be incorrect.">
            <a:extLst>
              <a:ext uri="{FF2B5EF4-FFF2-40B4-BE49-F238E27FC236}">
                <a16:creationId xmlns:a16="http://schemas.microsoft.com/office/drawing/2014/main" id="{BCAD1063-90DD-E1BB-B6C8-CF21479CD3B5}"/>
              </a:ext>
            </a:extLst>
          </p:cNvPr>
          <p:cNvPicPr>
            <a:picLocks noChangeAspect="1"/>
          </p:cNvPicPr>
          <p:nvPr/>
        </p:nvPicPr>
        <p:blipFill>
          <a:blip r:embed="rId2"/>
          <a:stretch>
            <a:fillRect/>
          </a:stretch>
        </p:blipFill>
        <p:spPr>
          <a:xfrm>
            <a:off x="7042114" y="553212"/>
            <a:ext cx="4911923" cy="5522976"/>
          </a:xfrm>
          <a:prstGeom prst="rect">
            <a:avLst/>
          </a:prstGeom>
        </p:spPr>
      </p:pic>
    </p:spTree>
    <p:extLst>
      <p:ext uri="{BB962C8B-B14F-4D97-AF65-F5344CB8AC3E}">
        <p14:creationId xmlns:p14="http://schemas.microsoft.com/office/powerpoint/2010/main" val="1694585770"/>
      </p:ext>
    </p:extLst>
  </p:cSld>
  <p:clrMapOvr>
    <a:masterClrMapping/>
  </p:clrMapOvr>
</p:sldLayout>
</file>

<file path=ppt/slideLayouts/slideLayout_80000042_5707F18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274552" cy="914400"/>
          </a:xfrm>
        </p:spPr>
        <p:txBody>
          <a:bodyPr anchor="b"/>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5"/>
            <a:ext cx="539496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363100" y="1825625"/>
            <a:ext cx="539496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2CCCE39-E894-AE4B-8297-21AAF0EFFD0A}" type="datetime1">
              <a:rPr lang="en-US" smtClean="0"/>
              <a:t/>
            </a:fld>
            <a:endParaRPr lang="en-US"/>
          </a:p>
        </p:txBody>
      </p:sp>
    </p:spTree>
    <p:extLst>
      <p:ext uri="{BB962C8B-B14F-4D97-AF65-F5344CB8AC3E}">
        <p14:creationId xmlns:p14="http://schemas.microsoft.com/office/powerpoint/2010/main" val="1460138373"/>
      </p:ext>
    </p:extLst>
  </p:cSld>
  <p:clrMapOvr>
    <a:masterClrMapping/>
  </p:clrMapOvr>
</p:sldLayout>
</file>

<file path=ppt/slideLayouts/slideLayout_80000043_2299E16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57200"/>
            <a:ext cx="11274552" cy="914400"/>
          </a:xfrm>
        </p:spPr>
        <p:txBody>
          <a:bodyPr anchor="b"/>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685735"/>
            <a:ext cx="5394960" cy="559834"/>
          </a:xfrm>
        </p:spPr>
        <p:txBody>
          <a:bodyPr anchor="b">
            <a:normAutofit/>
          </a:bodyPr>
          <a:lstStyle>
            <a:lvl1pPr marL="0" indent="0">
              <a:lnSpc>
                <a:spcPct val="9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387600"/>
            <a:ext cx="5394960" cy="365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63736" y="1685735"/>
            <a:ext cx="5394960" cy="559834"/>
          </a:xfrm>
        </p:spPr>
        <p:txBody>
          <a:bodyPr anchor="b">
            <a:normAutofit/>
          </a:bodyPr>
          <a:lstStyle>
            <a:lvl1pPr marL="0" indent="0">
              <a:lnSpc>
                <a:spcPct val="9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363100" y="2387600"/>
            <a:ext cx="5394960" cy="3657600"/>
          </a:xfrm>
        </p:spPr>
        <p:txBody>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Presentation title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C2DDF8A-0D91-364D-A077-5FA6DB0BF384}" type="datetime1">
              <a:rPr lang="en-US" smtClean="0"/>
              <a:t/>
            </a:fld>
            <a:endParaRPr lang="en-US"/>
          </a:p>
        </p:txBody>
      </p:sp>
    </p:spTree>
    <p:extLst>
      <p:ext uri="{BB962C8B-B14F-4D97-AF65-F5344CB8AC3E}">
        <p14:creationId xmlns:p14="http://schemas.microsoft.com/office/powerpoint/2010/main" val="580510053"/>
      </p:ext>
    </p:extLst>
  </p:cSld>
  <p:clrMapOvr>
    <a:masterClrMapping/>
  </p:clrMapOvr>
</p:sldLayout>
</file>

<file path=ppt/slideLayouts/slideLayout_80000044_F6D8F1AE.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1274552" cy="914400"/>
          </a:xfrm>
        </p:spPr>
        <p:txBody>
          <a:bodyPr anchor="b" anchorCtr="0"/>
          <a:lstStyle/>
          <a:p>
            <a:r>
              <a:rPr lang="en-US"/>
              <a:t>Click to edit Master title style</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Presentation title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E2360C67-8BBF-6B4F-9B47-BDE666336AA6}" type="datetime1">
              <a:rPr lang="en-US" smtClean="0"/>
              <a:t/>
            </a:fld>
            <a:endParaRPr lang="en-US"/>
          </a:p>
        </p:txBody>
      </p:sp>
    </p:spTree>
    <p:extLst>
      <p:ext uri="{BB962C8B-B14F-4D97-AF65-F5344CB8AC3E}">
        <p14:creationId xmlns:p14="http://schemas.microsoft.com/office/powerpoint/2010/main" val="4141412782"/>
      </p:ext>
    </p:extLst>
  </p:cSld>
  <p:clrMapOvr>
    <a:masterClrMapping/>
  </p:clrMapOvr>
</p:sldLayout>
</file>

<file path=ppt/slideLayouts/slideLayout_80000045_38696CE.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DE4A657-91FB-5045-886C-E8C9E2D0FBD3}" type="datetime1">
              <a:rPr lang="en-US" smtClean="0"/>
              <a:t/>
            </a:fld>
            <a:endParaRPr lang="en-US"/>
          </a:p>
        </p:txBody>
      </p:sp>
    </p:spTree>
    <p:extLst>
      <p:ext uri="{BB962C8B-B14F-4D97-AF65-F5344CB8AC3E}">
        <p14:creationId xmlns:p14="http://schemas.microsoft.com/office/powerpoint/2010/main" val="59152078"/>
      </p:ext>
    </p:extLst>
  </p:cSld>
  <p:clrMapOvr>
    <a:masterClrMapping/>
  </p:clrMapOvr>
</p:sldLayout>
</file>

<file path=ppt/slideLayouts/slideLayout_80000046_8E6583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4297680" cy="1757505"/>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590800"/>
            <a:ext cx="4297680" cy="3291840"/>
          </a:xfrm>
        </p:spPr>
        <p:txBody>
          <a:bodyPr anchor="t">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0"/>
            <a:ext cx="6645812" cy="539496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938EC984-B3DE-9046-AFE2-DCA5A31E4617}" type="datetime1">
              <a:rPr lang="en-US" smtClean="0"/>
              <a:t/>
            </a:fld>
            <a:endParaRPr lang="en-US"/>
          </a:p>
        </p:txBody>
      </p:sp>
    </p:spTree>
    <p:extLst>
      <p:ext uri="{BB962C8B-B14F-4D97-AF65-F5344CB8AC3E}">
        <p14:creationId xmlns:p14="http://schemas.microsoft.com/office/powerpoint/2010/main" val="2389017475"/>
      </p:ext>
    </p:extLst>
  </p:cSld>
  <p:clrMapOvr>
    <a:masterClrMapping/>
  </p:clrMapOvr>
</p:sldLayout>
</file>

<file path=ppt/slideLayouts/slideLayout_80000047_38A285E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5849492-8CEA-1782-4908-C537B7CD0034}"/>
              </a:ext>
            </a:extLst>
          </p:cNvPr>
          <p:cNvSpPr/>
          <p:nvPr/>
        </p:nvSpPr>
        <p:spPr>
          <a:xfrm>
            <a:off x="4659682" y="-1"/>
            <a:ext cx="7532318"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788700" cy="1762083"/>
          </a:xfrm>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2826137"/>
            <a:ext cx="3778112" cy="3017520"/>
          </a:xfrm>
        </p:spPr>
        <p:txBody>
          <a:bodyPr anchor="b">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809077" y="6126480"/>
            <a:ext cx="2377440" cy="365125"/>
          </a:xfrm>
        </p:spPr>
        <p:txBody>
          <a:bodyPr/>
          <a:lstStyle/>
          <a:p>
            <a:r>
              <a:rPr lang="en-US"/>
              <a:t>Presentation title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3186517" y="6126480"/>
            <a:ext cx="1039521" cy="365125"/>
          </a:xfrm>
        </p:spPr>
        <p:txBody>
          <a:bodyPr/>
          <a:lstStyle/>
          <a:p>
            <a:fld id="{0265947F-1BAF-0347-867A-BE413595A34D}" type="datetime1">
              <a:rPr lang="en-US" smtClean="0"/>
              <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hasCustomPrompt="1"/>
          </p:nvPr>
        </p:nvSpPr>
        <p:spPr>
          <a:xfrm>
            <a:off x="5073465" y="457200"/>
            <a:ext cx="6704753" cy="5943600"/>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950175206"/>
      </p:ext>
    </p:extLst>
  </p:cSld>
  <p:clrMapOvr>
    <a:masterClrMapping/>
  </p:clrMapOvr>
</p:sldLayout>
</file>

<file path=ppt/slideMasters/_rels/slideMaster_80000000_C4FE1C55.xml.rels><?xml version="1.0" encoding="UTF-8" standalone="yes"?>
<Relationships xmlns="http://schemas.openxmlformats.org/package/2006/relationships"><Relationship Id="rId13" Type="http://schemas.openxmlformats.org/officeDocument/2006/relationships/slideLayout" Target="../slideLayouts/slideLayout_80000019_B4C0F21C.xml"/><Relationship Id="rId18" Type="http://schemas.openxmlformats.org/officeDocument/2006/relationships/slideLayout" Target="../slideLayouts/slideLayout_8000001E_692D9A50.xml"/><Relationship Id="rId26" Type="http://schemas.openxmlformats.org/officeDocument/2006/relationships/slideLayout" Target="../slideLayouts/slideLayout_80000026_88EB6A8B.xml"/><Relationship Id="rId39" Type="http://schemas.openxmlformats.org/officeDocument/2006/relationships/slideLayout" Target="../slideLayouts/slideLayout_80000033_FE0C4E13.xml"/><Relationship Id="rId21" Type="http://schemas.openxmlformats.org/officeDocument/2006/relationships/slideLayout" Target="../slideLayouts/slideLayout_80000021_E309492.xml"/><Relationship Id="rId34" Type="http://schemas.openxmlformats.org/officeDocument/2006/relationships/slideLayout" Target="../slideLayouts/slideLayout_8000002E_62F9DFB0.xml"/><Relationship Id="rId42" Type="http://schemas.openxmlformats.org/officeDocument/2006/relationships/slideLayout" Target="../slideLayouts/slideLayout_80000036_976BD7E8.xml"/><Relationship Id="rId47" Type="http://schemas.openxmlformats.org/officeDocument/2006/relationships/slideLayout" Target="../slideLayouts/slideLayout_8000003B_702CC625.xml"/><Relationship Id="rId50" Type="http://schemas.openxmlformats.org/officeDocument/2006/relationships/slideLayout" Target="../slideLayouts/slideLayout_8000003E_6B53EED0.xml"/><Relationship Id="rId55" Type="http://schemas.openxmlformats.org/officeDocument/2006/relationships/slideLayout" Target="../slideLayouts/slideLayout_80000043_2299E165.xml"/><Relationship Id="rId7" Type="http://schemas.openxmlformats.org/officeDocument/2006/relationships/slideLayout" Target="../slideLayouts/slideLayout_80000007_51A948EB.xml"/><Relationship Id="rId2" Type="http://schemas.openxmlformats.org/officeDocument/2006/relationships/slideLayout" Target="../slideLayouts/slideLayout_80000002_E80A4B9C.xml"/><Relationship Id="rId16" Type="http://schemas.openxmlformats.org/officeDocument/2006/relationships/slideLayout" Target="../slideLayouts/slideLayout_8000001C_8D01C588.xml"/><Relationship Id="rId29" Type="http://schemas.openxmlformats.org/officeDocument/2006/relationships/slideLayout" Target="../slideLayouts/slideLayout_80000029_DEF73456.xml"/><Relationship Id="rId11" Type="http://schemas.openxmlformats.org/officeDocument/2006/relationships/slideLayout" Target="../slideLayouts/slideLayout_8000000B_2D1C84A8.xml"/><Relationship Id="rId24" Type="http://schemas.openxmlformats.org/officeDocument/2006/relationships/slideLayout" Target="../slideLayouts/slideLayout_80000024_2C13EB51.xml"/><Relationship Id="rId32" Type="http://schemas.openxmlformats.org/officeDocument/2006/relationships/slideLayout" Target="../slideLayouts/slideLayout_8000002C_6254631C.xml"/><Relationship Id="rId37" Type="http://schemas.openxmlformats.org/officeDocument/2006/relationships/slideLayout" Target="../slideLayouts/slideLayout_80000031_35DFC4FC.xml"/><Relationship Id="rId40" Type="http://schemas.openxmlformats.org/officeDocument/2006/relationships/slideLayout" Target="../slideLayouts/slideLayout_80000034_F06CFD52.xml"/><Relationship Id="rId45" Type="http://schemas.openxmlformats.org/officeDocument/2006/relationships/slideLayout" Target="../slideLayouts/slideLayout_80000039_841D48CC.xml"/><Relationship Id="rId53" Type="http://schemas.openxmlformats.org/officeDocument/2006/relationships/slideLayout" Target="../slideLayouts/slideLayout_80000041_650153AA.xml"/><Relationship Id="rId58" Type="http://schemas.openxmlformats.org/officeDocument/2006/relationships/slideLayout" Target="../slideLayouts/slideLayout_80000046_8E658383.xml"/><Relationship Id="rId5" Type="http://schemas.openxmlformats.org/officeDocument/2006/relationships/slideLayout" Target="../slideLayouts/slideLayout_80000005_A7BF95E2.xml"/><Relationship Id="rId19" Type="http://schemas.openxmlformats.org/officeDocument/2006/relationships/slideLayout" Target="../slideLayouts/slideLayout_8000001F_EE7152B8.xml"/><Relationship Id="rId4" Type="http://schemas.openxmlformats.org/officeDocument/2006/relationships/slideLayout" Target="../slideLayouts/slideLayout_80000004_A063AC07.xml"/><Relationship Id="rId9" Type="http://schemas.openxmlformats.org/officeDocument/2006/relationships/slideLayout" Target="../slideLayouts/slideLayout_80000009_891E151E.xml"/><Relationship Id="rId14" Type="http://schemas.openxmlformats.org/officeDocument/2006/relationships/slideLayout" Target="../slideLayouts/slideLayout_8000001A_3DC39CE0.xml"/><Relationship Id="rId22" Type="http://schemas.openxmlformats.org/officeDocument/2006/relationships/slideLayout" Target="../slideLayouts/slideLayout_80000022_410BBC8A.xml"/><Relationship Id="rId27" Type="http://schemas.openxmlformats.org/officeDocument/2006/relationships/slideLayout" Target="../slideLayouts/slideLayout_80000027_9034B315.xml"/><Relationship Id="rId30" Type="http://schemas.openxmlformats.org/officeDocument/2006/relationships/slideLayout" Target="../slideLayouts/slideLayout_8000002A_AE327C5A.xml"/><Relationship Id="rId35" Type="http://schemas.openxmlformats.org/officeDocument/2006/relationships/slideLayout" Target="../slideLayouts/slideLayout_8000002F_82730073.xml"/><Relationship Id="rId43" Type="http://schemas.openxmlformats.org/officeDocument/2006/relationships/slideLayout" Target="../slideLayouts/slideLayout_80000037_98B7EBD8.xml"/><Relationship Id="rId48" Type="http://schemas.openxmlformats.org/officeDocument/2006/relationships/slideLayout" Target="../slideLayouts/slideLayout_8000003C_84F35A0A.xml"/><Relationship Id="rId56" Type="http://schemas.openxmlformats.org/officeDocument/2006/relationships/slideLayout" Target="../slideLayouts/slideLayout_80000044_F6D8F1AE.xml"/><Relationship Id="rId8" Type="http://schemas.openxmlformats.org/officeDocument/2006/relationships/slideLayout" Target="../slideLayouts/slideLayout_80000008_6E7786EC.xml"/><Relationship Id="rId51" Type="http://schemas.openxmlformats.org/officeDocument/2006/relationships/slideLayout" Target="../slideLayouts/slideLayout_8000003F_F971DAD5.xml"/><Relationship Id="rId3" Type="http://schemas.openxmlformats.org/officeDocument/2006/relationships/slideLayout" Target="../slideLayouts/slideLayout_80000003_A6AD11EB.xml"/><Relationship Id="rId12" Type="http://schemas.openxmlformats.org/officeDocument/2006/relationships/slideLayout" Target="../slideLayouts/slideLayout_80000018_A43EF351.xml"/><Relationship Id="rId17" Type="http://schemas.openxmlformats.org/officeDocument/2006/relationships/slideLayout" Target="../slideLayouts/slideLayout_8000001D_80DF97FA.xml"/><Relationship Id="rId25" Type="http://schemas.openxmlformats.org/officeDocument/2006/relationships/slideLayout" Target="../slideLayouts/slideLayout_80000025_672B973F.xml"/><Relationship Id="rId33" Type="http://schemas.openxmlformats.org/officeDocument/2006/relationships/slideLayout" Target="../slideLayouts/slideLayout_8000002D_8ED734DF.xml"/><Relationship Id="rId38" Type="http://schemas.openxmlformats.org/officeDocument/2006/relationships/slideLayout" Target="../slideLayouts/slideLayout_80000032_871849E1.xml"/><Relationship Id="rId46" Type="http://schemas.openxmlformats.org/officeDocument/2006/relationships/slideLayout" Target="../slideLayouts/slideLayout_8000003A_AEF339DD.xml"/><Relationship Id="rId59" Type="http://schemas.openxmlformats.org/officeDocument/2006/relationships/slideLayout" Target="../slideLayouts/slideLayout_80000047_38A285E6.xml"/><Relationship Id="rId20" Type="http://schemas.openxmlformats.org/officeDocument/2006/relationships/slideLayout" Target="../slideLayouts/slideLayout_80000020_6DEF2864.xml"/><Relationship Id="rId41" Type="http://schemas.openxmlformats.org/officeDocument/2006/relationships/slideLayout" Target="../slideLayouts/slideLayout_80000035_EEAF97ED.xml"/><Relationship Id="rId54" Type="http://schemas.openxmlformats.org/officeDocument/2006/relationships/slideLayout" Target="../slideLayouts/slideLayout_80000042_5707F185.xml"/><Relationship Id="rId1" Type="http://schemas.openxmlformats.org/officeDocument/2006/relationships/slideLayout" Target="../slideLayouts/slideLayout_80000001_7EDC790F.xml"/><Relationship Id="rId6" Type="http://schemas.openxmlformats.org/officeDocument/2006/relationships/slideLayout" Target="../slideLayouts/slideLayout_80000006_8C1A67E5.xml"/><Relationship Id="rId15" Type="http://schemas.openxmlformats.org/officeDocument/2006/relationships/slideLayout" Target="../slideLayouts/slideLayout_8000001B_B9AFD8B0.xml"/><Relationship Id="rId23" Type="http://schemas.openxmlformats.org/officeDocument/2006/relationships/slideLayout" Target="../slideLayouts/slideLayout_80000023_F5E90336.xml"/><Relationship Id="rId28" Type="http://schemas.openxmlformats.org/officeDocument/2006/relationships/slideLayout" Target="../slideLayouts/slideLayout_80000028_5E458137.xml"/><Relationship Id="rId36" Type="http://schemas.openxmlformats.org/officeDocument/2006/relationships/slideLayout" Target="../slideLayouts/slideLayout_80000030_8F57A328.xml"/><Relationship Id="rId49" Type="http://schemas.openxmlformats.org/officeDocument/2006/relationships/slideLayout" Target="../slideLayouts/slideLayout_8000003D_F7BCE3E6.xml"/><Relationship Id="rId57" Type="http://schemas.openxmlformats.org/officeDocument/2006/relationships/slideLayout" Target="../slideLayouts/slideLayout_80000045_38696CE.xml"/><Relationship Id="rId10" Type="http://schemas.openxmlformats.org/officeDocument/2006/relationships/slideLayout" Target="../slideLayouts/slideLayout_8000000A_8948E1D6.xml"/><Relationship Id="rId31" Type="http://schemas.openxmlformats.org/officeDocument/2006/relationships/slideLayout" Target="../slideLayouts/slideLayout_8000002B_9B0BA0A8.xml"/><Relationship Id="rId44" Type="http://schemas.openxmlformats.org/officeDocument/2006/relationships/slideLayout" Target="../slideLayouts/slideLayout_80000038_4337AB3D.xml"/><Relationship Id="rId52" Type="http://schemas.openxmlformats.org/officeDocument/2006/relationships/slideLayout" Target="../slideLayouts/slideLayout_80000040_9331B9B8.xml"/><Relationship Id="rId60" Type="http://schemas.openxmlformats.org/officeDocument/2006/relationships/theme" Target="../theme/theme_80000000_C4FE1C55.xml"/></Relationships>
</file>

<file path=ppt/slideMasters/slideMaster_80000000_C4FE1C5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D69C9E-5EF9-BB75-4627-4DC5CC696A43}"/>
              </a:ext>
            </a:extLst>
          </p:cNvPr>
          <p:cNvSpPr>
            <a:spLocks noGrp="1"/>
          </p:cNvSpPr>
          <p:nvPr>
            <p:ph type="title"/>
          </p:nvPr>
        </p:nvSpPr>
        <p:spPr>
          <a:xfrm>
            <a:off x="411480" y="365125"/>
            <a:ext cx="1134658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A82400-D5E7-A68D-169F-2E18AE06F566}"/>
              </a:ext>
            </a:extLst>
          </p:cNvPr>
          <p:cNvSpPr>
            <a:spLocks noGrp="1"/>
          </p:cNvSpPr>
          <p:nvPr>
            <p:ph type="body" idx="1"/>
          </p:nvPr>
        </p:nvSpPr>
        <p:spPr>
          <a:xfrm>
            <a:off x="411480" y="1825625"/>
            <a:ext cx="11346580" cy="40233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E0FF041-44CD-B171-7760-9BD4A44AFC5C}"/>
              </a:ext>
            </a:extLst>
          </p:cNvPr>
          <p:cNvSpPr>
            <a:spLocks noGrp="1"/>
          </p:cNvSpPr>
          <p:nvPr>
            <p:ph type="sldNum" sz="quarter" idx="4"/>
          </p:nvPr>
        </p:nvSpPr>
        <p:spPr>
          <a:xfrm>
            <a:off x="411480" y="6126480"/>
            <a:ext cx="365760" cy="365125"/>
          </a:xfrm>
          <a:prstGeom prst="rect">
            <a:avLst/>
          </a:prstGeom>
        </p:spPr>
        <p:txBody>
          <a:bodyPr vert="horz" lIns="91440" tIns="45720" rIns="0" bIns="45720" rtlCol="0" anchor="ctr"/>
          <a:lstStyle>
            <a:lvl1pPr algn="l"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fld id="{40B778AE-8D30-EC43-B255-420E7914C179}" type="slidenum">
              <a:rPr lang="en-US" smtClean="0"/>
              <a:pPr/>
              <a:t/>
            </a:fld>
            <a:endParaRPr lang="en-US"/>
          </a:p>
        </p:txBody>
      </p:sp>
      <p:sp>
        <p:nvSpPr>
          <p:cNvPr id="5" name="Footer Placeholder 4">
            <a:extLst>
              <a:ext uri="{FF2B5EF4-FFF2-40B4-BE49-F238E27FC236}">
                <a16:creationId xmlns:a16="http://schemas.microsoft.com/office/drawing/2014/main" id="{A7F78213-F4F4-5A28-3082-98832654612D}"/>
              </a:ext>
            </a:extLst>
          </p:cNvPr>
          <p:cNvSpPr>
            <a:spLocks noGrp="1"/>
          </p:cNvSpPr>
          <p:nvPr>
            <p:ph type="ftr" sz="quarter" idx="3"/>
          </p:nvPr>
        </p:nvSpPr>
        <p:spPr>
          <a:xfrm>
            <a:off x="809077" y="6126480"/>
            <a:ext cx="3698529" cy="365125"/>
          </a:xfrm>
          <a:prstGeom prst="rect">
            <a:avLst/>
          </a:prstGeom>
        </p:spPr>
        <p:txBody>
          <a:bodyPr vert="horz" lIns="0" tIns="45720" rIns="91440" bIns="45720" rtlCol="0" anchor="ctr"/>
          <a:lstStyle>
            <a:lvl1pPr algn="l"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r>
              <a:rPr lang="en-US"/>
              <a:t>Presentation title</a:t>
            </a:r>
          </a:p>
        </p:txBody>
      </p:sp>
      <p:sp>
        <p:nvSpPr>
          <p:cNvPr id="4" name="Date Placeholder 3">
            <a:extLst>
              <a:ext uri="{FF2B5EF4-FFF2-40B4-BE49-F238E27FC236}">
                <a16:creationId xmlns:a16="http://schemas.microsoft.com/office/drawing/2014/main" id="{3472940C-5E99-C9E6-92A2-229FA878BDC2}"/>
              </a:ext>
            </a:extLst>
          </p:cNvPr>
          <p:cNvSpPr>
            <a:spLocks noGrp="1"/>
          </p:cNvSpPr>
          <p:nvPr>
            <p:ph type="dt" sz="half" idx="2"/>
          </p:nvPr>
        </p:nvSpPr>
        <p:spPr>
          <a:xfrm>
            <a:off x="9684913" y="6126480"/>
            <a:ext cx="2073147" cy="365125"/>
          </a:xfrm>
          <a:prstGeom prst="rect">
            <a:avLst/>
          </a:prstGeom>
        </p:spPr>
        <p:txBody>
          <a:bodyPr vert="horz" lIns="91440" tIns="45720" rIns="91440" bIns="45720" rtlCol="0" anchor="ctr"/>
          <a:lstStyle>
            <a:lvl1pPr algn="r" rtl="0">
              <a:defRPr sz="900" b="0" i="0" cap="all" spc="100" baseline="0">
                <a:solidFill>
                  <a:schemeClr val="tx1"/>
                </a:solidFill>
                <a:latin typeface="+mn-lt"/>
                <a:ea typeface="Source Sans Pro Light" panose="020B0403030403020204" pitchFamily="34" charset="0"/>
                <a:cs typeface="Cordia New" panose="020B0304020202020204" pitchFamily="34" charset="-34"/>
              </a:defRPr>
            </a:lvl1pPr>
          </a:lstStyle>
          <a:p>
            <a:fld id="{F58F0028-8822-3F46-9369-4E11A89384E5}" type="datetime1">
              <a:rPr lang="en-US" smtClean="0"/>
              <a:pPr/>
              <a:t/>
            </a:fld>
            <a:endParaRPr lang="en-US"/>
          </a:p>
        </p:txBody>
      </p:sp>
      <p:sp>
        <p:nvSpPr>
          <p:cNvPr id="11" name="Freeform 10" hidden="1">
            <a:extLst>
              <a:ext uri="{FF2B5EF4-FFF2-40B4-BE49-F238E27FC236}">
                <a16:creationId xmlns:a16="http://schemas.microsoft.com/office/drawing/2014/main" id="{AD19C17A-2059-B291-5686-A6EE57749BBE}"/>
              </a:ext>
            </a:extLst>
          </p:cNvPr>
          <p:cNvSpPr>
            <a:spLocks noGrp="1" noRot="1" noMove="1" noResize="1" noEditPoints="1" noAdjustHandles="1" noChangeArrowheads="1" noChangeShapeType="1"/>
          </p:cNvSpPr>
          <p:nvPr/>
        </p:nvSpPr>
        <p:spPr>
          <a:xfrm>
            <a:off x="0" y="0"/>
            <a:ext cx="12192000" cy="6858000"/>
          </a:xfrm>
          <a:custGeom>
            <a:avLst/>
            <a:gdLst>
              <a:gd name="csX0" fmla="*/ 457200 w 12192000"/>
              <a:gd name="csY0" fmla="*/ 457200 h 6858000"/>
              <a:gd name="csX1" fmla="*/ 457200 w 12192000"/>
              <a:gd name="csY1" fmla="*/ 6400800 h 6858000"/>
              <a:gd name="csX2" fmla="*/ 11734800 w 12192000"/>
              <a:gd name="csY2" fmla="*/ 6400800 h 6858000"/>
              <a:gd name="csX3" fmla="*/ 11734800 w 12192000"/>
              <a:gd name="csY3" fmla="*/ 457200 h 6858000"/>
              <a:gd name="csX4" fmla="*/ 0 w 12192000"/>
              <a:gd name="csY4" fmla="*/ 0 h 6858000"/>
              <a:gd name="csX5" fmla="*/ 457200 w 12192000"/>
              <a:gd name="csY5" fmla="*/ 0 h 6858000"/>
              <a:gd name="csX6" fmla="*/ 457200 w 12192000"/>
              <a:gd name="csY6" fmla="*/ 0 h 6858000"/>
              <a:gd name="csX7" fmla="*/ 12190476 w 12192000"/>
              <a:gd name="csY7" fmla="*/ 0 h 6858000"/>
              <a:gd name="csX8" fmla="*/ 12190476 w 12192000"/>
              <a:gd name="csY8" fmla="*/ 0 h 6858000"/>
              <a:gd name="csX9" fmla="*/ 12192000 w 12192000"/>
              <a:gd name="csY9" fmla="*/ 0 h 6858000"/>
              <a:gd name="csX10" fmla="*/ 12192000 w 12192000"/>
              <a:gd name="csY10" fmla="*/ 6858000 h 6858000"/>
              <a:gd name="csX11" fmla="*/ 12190476 w 12192000"/>
              <a:gd name="csY11" fmla="*/ 6858000 h 6858000"/>
              <a:gd name="csX12" fmla="*/ 11734800 w 12192000"/>
              <a:gd name="csY12" fmla="*/ 6858000 h 6858000"/>
              <a:gd name="csX13" fmla="*/ 457200 w 12192000"/>
              <a:gd name="csY13" fmla="*/ 6858000 h 6858000"/>
              <a:gd name="csX14" fmla="*/ 1525 w 12192000"/>
              <a:gd name="csY14" fmla="*/ 6858000 h 6858000"/>
              <a:gd name="csX15" fmla="*/ 0 w 12192000"/>
              <a:gd name="csY15"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2192000" h="6858000">
                <a:moveTo>
                  <a:pt x="457200" y="457200"/>
                </a:moveTo>
                <a:lnTo>
                  <a:pt x="457200" y="6400800"/>
                </a:lnTo>
                <a:lnTo>
                  <a:pt x="11734800" y="6400800"/>
                </a:lnTo>
                <a:lnTo>
                  <a:pt x="11734800" y="457200"/>
                </a:lnTo>
                <a:close/>
                <a:moveTo>
                  <a:pt x="0" y="0"/>
                </a:moveTo>
                <a:lnTo>
                  <a:pt x="457200" y="0"/>
                </a:lnTo>
                <a:lnTo>
                  <a:pt x="457200" y="0"/>
                </a:lnTo>
                <a:lnTo>
                  <a:pt x="12190476" y="0"/>
                </a:lnTo>
                <a:lnTo>
                  <a:pt x="12190476" y="0"/>
                </a:lnTo>
                <a:lnTo>
                  <a:pt x="12192000" y="0"/>
                </a:lnTo>
                <a:lnTo>
                  <a:pt x="12192000" y="6858000"/>
                </a:lnTo>
                <a:lnTo>
                  <a:pt x="12190476" y="6858000"/>
                </a:lnTo>
                <a:lnTo>
                  <a:pt x="11734800" y="6858000"/>
                </a:lnTo>
                <a:lnTo>
                  <a:pt x="457200" y="6858000"/>
                </a:lnTo>
                <a:lnTo>
                  <a:pt x="1525" y="6858000"/>
                </a:lnTo>
                <a:lnTo>
                  <a:pt x="0" y="6858000"/>
                </a:lnTo>
                <a:close/>
              </a:path>
            </a:pathLst>
          </a:cu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04987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p:txStyles>
    <p:titleStyle>
      <a:lvl1pPr algn="l" defTabSz="914400" rtl="0" eaLnBrk="1" latinLnBrk="0" hangingPunct="1">
        <a:lnSpc>
          <a:spcPct val="80000"/>
        </a:lnSpc>
        <a:spcBef>
          <a:spcPct val="0"/>
        </a:spcBef>
        <a:buNone/>
        <a:defRPr sz="4400" kern="1200" cap="all" spc="200" baseline="0">
          <a:solidFill>
            <a:schemeClr val="tx1"/>
          </a:solidFill>
          <a:latin typeface="+mj-lt"/>
          <a:ea typeface="+mj-ea"/>
          <a:cs typeface="Urdu Typesetting" panose="03020402040406030203" pitchFamily="66" charset="-78"/>
        </a:defRPr>
      </a:lvl1pPr>
    </p:titleStyle>
    <p:bodyStyle>
      <a:lvl1pPr marL="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1pPr>
      <a:lvl2pPr marL="45720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2pPr>
      <a:lvl3pPr marL="685800"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3pPr>
      <a:lvl4pPr marL="804672"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4pPr>
      <a:lvl5pPr marL="1024128" indent="-228600" algn="l" defTabSz="914400" rtl="0" eaLnBrk="1" latinLnBrk="0" hangingPunct="1">
        <a:lnSpc>
          <a:spcPct val="100000"/>
        </a:lnSpc>
        <a:spcBef>
          <a:spcPts val="600"/>
        </a:spcBef>
        <a:buFont typeface="Arial" panose="020B0604020202020204" pitchFamily="34" charset="0"/>
        <a:buChar char="•"/>
        <a:defRPr sz="1400" b="0" i="0" kern="1200" spc="0" baseline="0">
          <a:solidFill>
            <a:schemeClr val="tx1"/>
          </a:solidFill>
          <a:latin typeface="+mn-lt"/>
          <a:ea typeface="Source Sans Pro Light" panose="020B0403030403020204" pitchFamily="34" charset="0"/>
          <a:cs typeface="Cordia New" panose="020B0304020202020204" pitchFamily="34" charset="-34"/>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_A0A_41D8A2AD.xml.rels><?xml version="1.0" encoding="UTF-8" standalone="yes"?>
<Relationships xmlns="http://schemas.openxmlformats.org/package/2006/relationships"><Relationship Id="rId2" Type="http://schemas.openxmlformats.org/officeDocument/2006/relationships/notesSlide" Target="../notesSlides/notesSlide_A0A_41D8A2AD.xml"/><Relationship Id="rId1" Type="http://schemas.openxmlformats.org/officeDocument/2006/relationships/slideLayout" Target="../slideLayouts/slideLayout_80000009_891E151E.xml"/></Relationships>
</file>

<file path=ppt/slides/_rels/slide_A0B_11967EB5.xml.rels><?xml version="1.0" encoding="UTF-8" standalone="yes"?>
<Relationships xmlns="http://schemas.openxmlformats.org/package/2006/relationships"><Relationship Id="rId3" Type="http://schemas.openxmlformats.org/officeDocument/2006/relationships/image" Target="../media/image_B8558E20.jpeg"/><Relationship Id="rId2" Type="http://schemas.openxmlformats.org/officeDocument/2006/relationships/notesSlide" Target="../notesSlides/notesSlide_A0B_11967EB5.xml"/><Relationship Id="rId1" Type="http://schemas.openxmlformats.org/officeDocument/2006/relationships/slideLayout" Target="../slideLayouts/slideLayout_80000032_871849E1.xml"/></Relationships>
</file>

<file path=ppt/slides/_rels/slide_A0C_AA87E9F4.xml.rels><?xml version="1.0" encoding="UTF-8" standalone="yes"?>
<Relationships xmlns="http://schemas.openxmlformats.org/package/2006/relationships"><Relationship Id="rId2" Type="http://schemas.openxmlformats.org/officeDocument/2006/relationships/notesSlide" Target="../notesSlides/notesSlide_A0C_AA87E9F4.xml"/><Relationship Id="rId1" Type="http://schemas.openxmlformats.org/officeDocument/2006/relationships/slideLayout" Target="../slideLayouts/slideLayout_80000009_891E151E.xml"/></Relationships>
</file>

<file path=ppt/slides/_rels/slide_A0D_95CAD45D.xml.rels><?xml version="1.0" encoding="UTF-8" standalone="yes"?>
<Relationships xmlns="http://schemas.openxmlformats.org/package/2006/relationships"><Relationship Id="rId3" Type="http://schemas.openxmlformats.org/officeDocument/2006/relationships/image" Target="../media/image_647FD6C2.jpeg"/><Relationship Id="rId2" Type="http://schemas.openxmlformats.org/officeDocument/2006/relationships/notesSlide" Target="../notesSlides/notesSlide_A0D_95CAD45D.xml"/><Relationship Id="rId1" Type="http://schemas.openxmlformats.org/officeDocument/2006/relationships/slideLayout" Target="../slideLayouts/slideLayout_80000027_9034B315.xml"/></Relationships>
</file>

<file path=ppt/slides/_rels/slide_A0E_AF21B120.xml.rels><?xml version="1.0" encoding="UTF-8" standalone="yes"?>
<Relationships xmlns="http://schemas.openxmlformats.org/package/2006/relationships"><Relationship Id="rId2" Type="http://schemas.openxmlformats.org/officeDocument/2006/relationships/notesSlide" Target="../notesSlides/notesSlide_A0E_AF21B120.xml"/><Relationship Id="rId1" Type="http://schemas.openxmlformats.org/officeDocument/2006/relationships/slideLayout" Target="../slideLayouts/slideLayout_80000009_891E151E.xml"/></Relationships>
</file>

<file path=ppt/slides/_rels/slide_A0F_80534B74.xml.rels><?xml version="1.0" encoding="UTF-8" standalone="yes"?>
<Relationships xmlns="http://schemas.openxmlformats.org/package/2006/relationships"><Relationship Id="rId3" Type="http://schemas.openxmlformats.org/officeDocument/2006/relationships/image" Target="../media/image_2B4F9C84.jpeg"/><Relationship Id="rId2" Type="http://schemas.openxmlformats.org/officeDocument/2006/relationships/notesSlide" Target="../notesSlides/notesSlide_A0F_80534B74.xml"/><Relationship Id="rId1" Type="http://schemas.openxmlformats.org/officeDocument/2006/relationships/slideLayout" Target="../slideLayouts/slideLayout_80000027_9034B315.xml"/></Relationships>
</file>

<file path=ppt/slides/_rels/slide_A01_CE47072D.xml.rels><?xml version="1.0" encoding="UTF-8" standalone="yes"?>
<Relationships xmlns="http://schemas.openxmlformats.org/package/2006/relationships"><Relationship Id="rId3" Type="http://schemas.openxmlformats.org/officeDocument/2006/relationships/image" Target="../media/image_30A61D1E.jpeg"/><Relationship Id="rId2" Type="http://schemas.openxmlformats.org/officeDocument/2006/relationships/notesSlide" Target="../notesSlides/notesSlide_A01_CE47072D.xml"/><Relationship Id="rId1" Type="http://schemas.openxmlformats.org/officeDocument/2006/relationships/slideLayout" Target="../slideLayouts/slideLayout_80000003_A6AD11EB.xml"/></Relationships>
</file>

<file path=ppt/slides/_rels/slide_A02_C0638131.xml.rels><?xml version="1.0" encoding="UTF-8" standalone="yes"?>
<Relationships xmlns="http://schemas.openxmlformats.org/package/2006/relationships"><Relationship Id="rId2" Type="http://schemas.openxmlformats.org/officeDocument/2006/relationships/notesSlide" Target="../notesSlides/notesSlide_A02_C0638131.xml"/><Relationship Id="rId1" Type="http://schemas.openxmlformats.org/officeDocument/2006/relationships/slideLayout" Target="../slideLayouts/slideLayout_80000009_891E151E.xml"/></Relationships>
</file>

<file path=ppt/slides/_rels/slide_A03_61B0C10.xml.rels><?xml version="1.0" encoding="UTF-8" standalone="yes"?>
<Relationships xmlns="http://schemas.openxmlformats.org/package/2006/relationships"><Relationship Id="rId3" Type="http://schemas.openxmlformats.org/officeDocument/2006/relationships/diagramData" Target="../diagrams/data_A03_61B0C10.xml"/><Relationship Id="rId7" Type="http://schemas.microsoft.com/office/2007/relationships/diagramDrawing" Target="../diagrams/drawing_A03_61B0C10.xml"/><Relationship Id="rId2" Type="http://schemas.openxmlformats.org/officeDocument/2006/relationships/notesSlide" Target="../notesSlides/notesSlide_A03_61B0C10.xml"/><Relationship Id="rId1" Type="http://schemas.openxmlformats.org/officeDocument/2006/relationships/slideLayout" Target="../slideLayouts/slideLayout_80000002_E80A4B9C.xml"/><Relationship Id="rId6" Type="http://schemas.openxmlformats.org/officeDocument/2006/relationships/diagramColors" Target="../diagrams/colors_A03_61B0C10.xml"/><Relationship Id="rId5" Type="http://schemas.openxmlformats.org/officeDocument/2006/relationships/diagramQuickStyle" Target="../diagrams/quickStyle_A03_61B0C10.xml"/><Relationship Id="rId4" Type="http://schemas.openxmlformats.org/officeDocument/2006/relationships/diagramLayout" Target="../diagrams/layout_A03_61B0C10.xml"/></Relationships>
</file>

<file path=ppt/slides/_rels/slide_A04_9B3CE8B9.xml.rels><?xml version="1.0" encoding="UTF-8" standalone="yes"?>
<Relationships xmlns="http://schemas.openxmlformats.org/package/2006/relationships"><Relationship Id="rId2" Type="http://schemas.openxmlformats.org/officeDocument/2006/relationships/notesSlide" Target="../notesSlides/notesSlide_A04_9B3CE8B9.xml"/><Relationship Id="rId1" Type="http://schemas.openxmlformats.org/officeDocument/2006/relationships/slideLayout" Target="../slideLayouts/slideLayout_80000009_891E151E.xml"/></Relationships>
</file>

<file path=ppt/slides/_rels/slide_A05_21587B78.xml.rels><?xml version="1.0" encoding="UTF-8" standalone="yes"?>
<Relationships xmlns="http://schemas.openxmlformats.org/package/2006/relationships"><Relationship Id="rId3" Type="http://schemas.openxmlformats.org/officeDocument/2006/relationships/image" Target="../media/image_E6DD499F.jpeg"/><Relationship Id="rId2" Type="http://schemas.openxmlformats.org/officeDocument/2006/relationships/notesSlide" Target="../notesSlides/notesSlide_A05_21587B78.xml"/><Relationship Id="rId1" Type="http://schemas.openxmlformats.org/officeDocument/2006/relationships/slideLayout" Target="../slideLayouts/slideLayout_8000002F_82730073.xml"/></Relationships>
</file>

<file path=ppt/slides/_rels/slide_A06_99F6A846.xml.rels><?xml version="1.0" encoding="UTF-8" standalone="yes"?>
<Relationships xmlns="http://schemas.openxmlformats.org/package/2006/relationships"><Relationship Id="rId2" Type="http://schemas.openxmlformats.org/officeDocument/2006/relationships/notesSlide" Target="../notesSlides/notesSlide_A06_99F6A846.xml"/><Relationship Id="rId1" Type="http://schemas.openxmlformats.org/officeDocument/2006/relationships/slideLayout" Target="../slideLayouts/slideLayout_80000009_891E151E.xml"/></Relationships>
</file>

<file path=ppt/slides/_rels/slide_A07_ABB87E25.xml.rels><?xml version="1.0" encoding="UTF-8" standalone="yes"?>
<Relationships xmlns="http://schemas.openxmlformats.org/package/2006/relationships"><Relationship Id="rId3" Type="http://schemas.openxmlformats.org/officeDocument/2006/relationships/image" Target="../media/image_8FD67775.jpeg"/><Relationship Id="rId2" Type="http://schemas.openxmlformats.org/officeDocument/2006/relationships/notesSlide" Target="../notesSlides/notesSlide_A07_ABB87E25.xml"/><Relationship Id="rId1" Type="http://schemas.openxmlformats.org/officeDocument/2006/relationships/slideLayout" Target="../slideLayouts/slideLayout_80000031_35DFC4FC.xml"/></Relationships>
</file>

<file path=ppt/slides/_rels/slide_A08_1DABCC5F.xml.rels><?xml version="1.0" encoding="UTF-8" standalone="yes"?>
<Relationships xmlns="http://schemas.openxmlformats.org/package/2006/relationships"><Relationship Id="rId2" Type="http://schemas.openxmlformats.org/officeDocument/2006/relationships/notesSlide" Target="../notesSlides/notesSlide_A08_1DABCC5F.xml"/><Relationship Id="rId1" Type="http://schemas.openxmlformats.org/officeDocument/2006/relationships/slideLayout" Target="../slideLayouts/slideLayout_80000009_891E151E.xml"/></Relationships>
</file>

<file path=ppt/slides/_rels/slide_A09_AA53F79.xml.rels><?xml version="1.0" encoding="UTF-8" standalone="yes"?>
<Relationships xmlns="http://schemas.openxmlformats.org/package/2006/relationships"><Relationship Id="rId3" Type="http://schemas.openxmlformats.org/officeDocument/2006/relationships/image" Target="../media/image_82D3834C.jpeg"/><Relationship Id="rId2" Type="http://schemas.openxmlformats.org/officeDocument/2006/relationships/notesSlide" Target="../notesSlides/notesSlide_A09_AA53F79.xml"/><Relationship Id="rId1" Type="http://schemas.openxmlformats.org/officeDocument/2006/relationships/slideLayout" Target="../slideLayouts/slideLayout_80000032_871849E1.xml"/></Relationships>
</file>

<file path=ppt/slides/_rels/slide_A10_C99417CD.xml.rels><?xml version="1.0" encoding="UTF-8" standalone="yes"?>
<Relationships xmlns="http://schemas.openxmlformats.org/package/2006/relationships"><Relationship Id="rId2" Type="http://schemas.openxmlformats.org/officeDocument/2006/relationships/notesSlide" Target="../notesSlides/notesSlide_A10_C99417CD.xml"/><Relationship Id="rId1" Type="http://schemas.openxmlformats.org/officeDocument/2006/relationships/slideLayout" Target="../slideLayouts/slideLayout_80000009_891E151E.xml"/></Relationships>
</file>

<file path=ppt/slides/_rels/slide_A11_868B699E.xml.rels><?xml version="1.0" encoding="UTF-8" standalone="yes"?>
<Relationships xmlns="http://schemas.openxmlformats.org/package/2006/relationships"><Relationship Id="rId3" Type="http://schemas.openxmlformats.org/officeDocument/2006/relationships/image" Target="../media/image_8D9AFEAD.jpeg"/><Relationship Id="rId2" Type="http://schemas.openxmlformats.org/officeDocument/2006/relationships/notesSlide" Target="../notesSlides/notesSlide_A11_868B699E.xml"/><Relationship Id="rId1" Type="http://schemas.openxmlformats.org/officeDocument/2006/relationships/slideLayout" Target="../slideLayouts/slideLayout_80000032_871849E1.xml"/></Relationships>
</file>

<file path=ppt/slides/_rels/slide_A12_7858606E.xml.rels><?xml version="1.0" encoding="UTF-8" standalone="yes"?>
<Relationships xmlns="http://schemas.openxmlformats.org/package/2006/relationships"><Relationship Id="rId2" Type="http://schemas.openxmlformats.org/officeDocument/2006/relationships/notesSlide" Target="../notesSlides/notesSlide_A12_7858606E.xml"/><Relationship Id="rId1" Type="http://schemas.openxmlformats.org/officeDocument/2006/relationships/slideLayout" Target="../slideLayouts/slideLayout_80000009_891E151E.xml"/></Relationships>
</file>

<file path=ppt/slides/_rels/slide_A13_7E93F300.xml.rels><?xml version="1.0" encoding="UTF-8" standalone="yes"?>
<Relationships xmlns="http://schemas.openxmlformats.org/package/2006/relationships"><Relationship Id="rId3" Type="http://schemas.openxmlformats.org/officeDocument/2006/relationships/image" Target="../media/image_15F38CB2.jpeg"/><Relationship Id="rId2" Type="http://schemas.openxmlformats.org/officeDocument/2006/relationships/notesSlide" Target="../notesSlides/notesSlide_A13_7E93F300.xml"/><Relationship Id="rId1" Type="http://schemas.openxmlformats.org/officeDocument/2006/relationships/slideLayout" Target="../slideLayouts/slideLayout_80000030_8F57A328.xml"/></Relationships>
</file>

<file path=ppt/slides/_rels/slide_A14_BAF45777.xml.rels><?xml version="1.0" encoding="UTF-8" standalone="yes"?>
<Relationships xmlns="http://schemas.openxmlformats.org/package/2006/relationships"><Relationship Id="rId2" Type="http://schemas.openxmlformats.org/officeDocument/2006/relationships/notesSlide" Target="../notesSlides/notesSlide_A14_BAF45777.xml"/><Relationship Id="rId1" Type="http://schemas.openxmlformats.org/officeDocument/2006/relationships/slideLayout" Target="../slideLayouts/slideLayout_80000009_891E151E.xml"/></Relationships>
</file>

<file path=ppt/slides/_rels/slide_A15_40B71709.xml.rels><?xml version="1.0" encoding="UTF-8" standalone="yes"?>
<Relationships xmlns="http://schemas.openxmlformats.org/package/2006/relationships"><Relationship Id="rId3" Type="http://schemas.openxmlformats.org/officeDocument/2006/relationships/image" Target="../media/image_5C20362E.jpeg"/><Relationship Id="rId2" Type="http://schemas.openxmlformats.org/officeDocument/2006/relationships/notesSlide" Target="../notesSlides/notesSlide_A15_40B71709.xml"/><Relationship Id="rId1" Type="http://schemas.openxmlformats.org/officeDocument/2006/relationships/slideLayout" Target="../slideLayouts/slideLayout_80000032_871849E1.xml"/></Relationships>
</file>

<file path=ppt/slides/slide_A0A_41D8A2A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ADA31-E395-4B1C-AEE6-3A5CF5A02549}"/>
              </a:ext>
            </a:extLst>
          </p:cNvPr>
          <p:cNvSpPr>
            <a:spLocks noGrp="1"/>
          </p:cNvSpPr>
          <p:nvPr>
            <p:ph type="ctrTitle"/>
          </p:nvPr>
        </p:nvSpPr>
        <p:spPr>
          <a:xfrm>
            <a:off x="457200" y="457198"/>
            <a:ext cx="5140452" cy="6199632"/>
          </a:xfrm>
        </p:spPr>
        <p:txBody>
          <a:bodyPr anchor="b">
            <a:normAutofit/>
          </a:bodyPr>
          <a:lstStyle/>
          <a:p>
            <a:r>
              <a:rPr lang="en-US" sz="5600"/>
              <a:t>Sentiment and Conviction Layer</a:t>
            </a:r>
          </a:p>
        </p:txBody>
      </p:sp>
    </p:spTree>
    <p:extLst>
      <p:ext uri="{BB962C8B-B14F-4D97-AF65-F5344CB8AC3E}">
        <p14:creationId xmlns:p14="http://schemas.microsoft.com/office/powerpoint/2010/main" val="11047164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11967EB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60910-2794-4CAB-62E8-C7FBA53E5C8F}"/>
              </a:ext>
            </a:extLst>
          </p:cNvPr>
          <p:cNvSpPr>
            <a:spLocks noGrp="1"/>
          </p:cNvSpPr>
          <p:nvPr>
            <p:ph type="title"/>
          </p:nvPr>
        </p:nvSpPr>
        <p:spPr>
          <a:xfrm>
            <a:off x="457200" y="457200"/>
            <a:ext cx="4564763" cy="1269482"/>
          </a:xfrm>
        </p:spPr>
        <p:txBody>
          <a:bodyPr anchor="t">
            <a:normAutofit/>
          </a:bodyPr>
          <a:lstStyle/>
          <a:p>
            <a:r>
              <a:rPr lang="en-US"/>
              <a:t>Layer 3 Metrics: Market Confidence and Narrative</a:t>
            </a:r>
          </a:p>
        </p:txBody>
      </p:sp>
      <p:pic>
        <p:nvPicPr>
          <p:cNvPr id="8" name="Content Placeholder 7" descr="display stock information on LED screen">
            <a:extLst>
              <a:ext uri="{FF2B5EF4-FFF2-40B4-BE49-F238E27FC236}">
                <a16:creationId xmlns:a16="http://schemas.microsoft.com/office/drawing/2014/main" id="{60E9C84E-2C7C-4068-A961-86428FC16660}"/>
              </a:ext>
            </a:extLst>
          </p:cNvPr>
          <p:cNvPicPr>
            <a:picLocks noGrp="1" noChangeAspect="1"/>
          </p:cNvPicPr>
          <p:nvPr>
            <p:ph type="pic" sz="quarter" idx="13"/>
          </p:nvPr>
        </p:nvPicPr>
        <p:blipFill>
          <a:blip r:embed="rId3"/>
          <a:stretch/>
        </p:blipFill>
        <p:spPr>
          <a:xfrm>
            <a:off x="457200" y="2427167"/>
            <a:ext cx="4564763" cy="3046979"/>
          </a:xfrm>
        </p:spPr>
      </p:pic>
      <p:sp>
        <p:nvSpPr>
          <p:cNvPr id="4" name="Content Placeholder 3">
            <a:extLst>
              <a:ext uri="{FF2B5EF4-FFF2-40B4-BE49-F238E27FC236}">
                <a16:creationId xmlns:a16="http://schemas.microsoft.com/office/drawing/2014/main" id="{FE01422A-361E-73A6-395A-FF9BBB2C9AF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Sentiment and News Analysis</a:t>
            </a:r>
          </a:p>
          <a:p>
            <a:pPr marL="0" lvl="1" indent="0">
              <a:buFont typeface="Arial" panose="020B0604020202020204" pitchFamily="34" charset="0"/>
              <a:buNone/>
            </a:pPr>
            <a:r>
              <a:rPr lang="en-US"/>
              <a:t>Analyzes market perception through news sentiment and headlines capturing shifts not yet reflected in price.</a:t>
            </a:r>
          </a:p>
          <a:p>
            <a:pPr marL="0" indent="0">
              <a:spcBef>
                <a:spcPts val="2500"/>
              </a:spcBef>
              <a:buFont typeface="Arial" panose="020B0604020202020204" pitchFamily="34" charset="0"/>
              <a:buNone/>
            </a:pPr>
            <a:r>
              <a:rPr lang="en-US" b="1"/>
              <a:t>Earnings Surprise Trends</a:t>
            </a:r>
          </a:p>
          <a:p>
            <a:pPr marL="0" lvl="1" indent="0">
              <a:buFont typeface="Arial" panose="020B0604020202020204" pitchFamily="34" charset="0"/>
              <a:buNone/>
            </a:pPr>
            <a:r>
              <a:rPr lang="en-US"/>
              <a:t>Reveals management’s ability to consistently outperform market expectations with earnings results.</a:t>
            </a:r>
          </a:p>
          <a:p>
            <a:pPr marL="0" indent="0">
              <a:spcBef>
                <a:spcPts val="2500"/>
              </a:spcBef>
              <a:buFont typeface="Arial" panose="020B0604020202020204" pitchFamily="34" charset="0"/>
              <a:buNone/>
            </a:pPr>
            <a:r>
              <a:rPr lang="en-US" b="1"/>
              <a:t>Insider and Analyst Activity</a:t>
            </a:r>
          </a:p>
          <a:p>
            <a:pPr marL="0" lvl="1" indent="0">
              <a:buFont typeface="Arial" panose="020B0604020202020204" pitchFamily="34" charset="0"/>
              <a:buNone/>
            </a:pPr>
            <a:r>
              <a:rPr lang="en-US"/>
              <a:t>Insight from insider buying/selling and analyst upgrades or downgrades reflects confidence levels.</a:t>
            </a:r>
          </a:p>
          <a:p>
            <a:pPr marL="0" indent="0">
              <a:spcBef>
                <a:spcPts val="2500"/>
              </a:spcBef>
              <a:buFont typeface="Arial" panose="020B0604020202020204" pitchFamily="34" charset="0"/>
              <a:buNone/>
            </a:pPr>
            <a:r>
              <a:rPr lang="en-US" b="1"/>
              <a:t>Institutional Ownership Changes</a:t>
            </a:r>
          </a:p>
          <a:p>
            <a:pPr marL="0" lvl="1" indent="0">
              <a:buFont typeface="Arial" panose="020B0604020202020204" pitchFamily="34" charset="0"/>
              <a:buNone/>
            </a:pPr>
            <a:r>
              <a:rPr lang="en-US"/>
              <a:t>Signals long-term capital flows and validation from large investors in the stock.</a:t>
            </a:r>
          </a:p>
        </p:txBody>
      </p:sp>
      <p:sp>
        <p:nvSpPr>
          <p:cNvPr id="5" name="Slide Number Placeholder 4">
            <a:extLst>
              <a:ext uri="{FF2B5EF4-FFF2-40B4-BE49-F238E27FC236}">
                <a16:creationId xmlns:a16="http://schemas.microsoft.com/office/drawing/2014/main" id="{742A2898-1C76-043A-BEF6-700DBFCE78FF}"/>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0289FD4D-0D19-90CC-1D4C-9A437525CF85}"/>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A95A9699-7DA3-FC53-4001-1DD072AF3469}"/>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2950755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AA87E9F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02E8D-A19A-CF1B-2F3E-35668B845A79}"/>
              </a:ext>
            </a:extLst>
          </p:cNvPr>
          <p:cNvSpPr>
            <a:spLocks noGrp="1"/>
          </p:cNvSpPr>
          <p:nvPr>
            <p:ph type="ctrTitle"/>
          </p:nvPr>
        </p:nvSpPr>
        <p:spPr>
          <a:xfrm>
            <a:off x="457200" y="457198"/>
            <a:ext cx="5140452" cy="6199632"/>
          </a:xfrm>
        </p:spPr>
        <p:txBody>
          <a:bodyPr anchor="b">
            <a:normAutofit/>
          </a:bodyPr>
          <a:lstStyle/>
          <a:p>
            <a:r>
              <a:rPr lang="en-US" sz="6100"/>
              <a:t>Scorecard and Scoring Model</a:t>
            </a:r>
          </a:p>
        </p:txBody>
      </p:sp>
    </p:spTree>
    <p:extLst>
      <p:ext uri="{BB962C8B-B14F-4D97-AF65-F5344CB8AC3E}">
        <p14:creationId xmlns:p14="http://schemas.microsoft.com/office/powerpoint/2010/main" val="2861033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95CAD45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67DCA-4218-D43F-B865-76CAF34992AA}"/>
              </a:ext>
            </a:extLst>
          </p:cNvPr>
          <p:cNvSpPr>
            <a:spLocks noGrp="1"/>
          </p:cNvSpPr>
          <p:nvPr>
            <p:ph type="title"/>
          </p:nvPr>
        </p:nvSpPr>
        <p:spPr>
          <a:xfrm>
            <a:off x="7010400" y="499533"/>
            <a:ext cx="4754880" cy="1328932"/>
          </a:xfrm>
        </p:spPr>
        <p:txBody>
          <a:bodyPr anchor="b">
            <a:normAutofit/>
          </a:bodyPr>
          <a:lstStyle/>
          <a:p>
            <a:r>
              <a:rPr lang="en-US" sz="2800"/>
              <a:t>Weighted Scorecards and Overall Stock Score</a:t>
            </a:r>
          </a:p>
        </p:txBody>
      </p:sp>
      <p:pic>
        <p:nvPicPr>
          <p:cNvPr id="8" name="Content Placeholder 7" descr="Pen and calculator on business graph">
            <a:extLst>
              <a:ext uri="{FF2B5EF4-FFF2-40B4-BE49-F238E27FC236}">
                <a16:creationId xmlns:a16="http://schemas.microsoft.com/office/drawing/2014/main" id="{C33D878A-5CDF-4CD9-B576-B6351766823D}"/>
              </a:ext>
            </a:extLst>
          </p:cNvPr>
          <p:cNvPicPr>
            <a:picLocks noGrp="1" noChangeAspect="1"/>
          </p:cNvPicPr>
          <p:nvPr>
            <p:ph type="pic" sz="quarter" idx="13"/>
          </p:nvPr>
        </p:nvPicPr>
        <p:blipFill>
          <a:blip r:embed="rId3"/>
          <a:srcRect l="32667" r="4144" b="1"/>
          <a:stretch>
            <a:fillRect/>
          </a:stretch>
        </p:blipFill>
        <p:spPr>
          <a:xfrm>
            <a:off x="457200" y="457200"/>
            <a:ext cx="5626608" cy="5943600"/>
          </a:xfrm>
        </p:spPr>
      </p:pic>
      <p:sp>
        <p:nvSpPr>
          <p:cNvPr id="4" name="Content Placeholder 3">
            <a:extLst>
              <a:ext uri="{FF2B5EF4-FFF2-40B4-BE49-F238E27FC236}">
                <a16:creationId xmlns:a16="http://schemas.microsoft.com/office/drawing/2014/main" id="{2B999193-49DC-114A-D63A-B9F1947ED45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1975104"/>
            <a:ext cx="4754880" cy="3931920"/>
          </a:xfrm>
        </p:spPr>
        <p:txBody>
          <a:bodyPr>
            <a:normAutofit/>
          </a:bodyPr>
          <a:lstStyle/>
          <a:p>
            <a:pPr marL="0" indent="0">
              <a:spcBef>
                <a:spcPts val="2500"/>
              </a:spcBef>
              <a:buFont typeface="Arial" panose="020B0604020202020204" pitchFamily="34" charset="0"/>
              <a:buNone/>
            </a:pPr>
            <a:r>
              <a:rPr lang="en-US" b="1"/>
              <a:t>Five Distinct Scorecards</a:t>
            </a:r>
          </a:p>
          <a:p>
            <a:pPr marL="0" lvl="1" indent="0">
              <a:buFont typeface="Arial" panose="020B0604020202020204" pitchFamily="34" charset="0"/>
              <a:buNone/>
            </a:pPr>
            <a:r>
              <a:rPr lang="en-US"/>
              <a:t>The system uses five scorecards to evaluate stocks: Fundamental Health, Valuation, Technical Momentum, Sentiment and News, and Risk.</a:t>
            </a:r>
          </a:p>
          <a:p>
            <a:pPr marL="0" indent="0">
              <a:spcBef>
                <a:spcPts val="2500"/>
              </a:spcBef>
              <a:buFont typeface="Arial" panose="020B0604020202020204" pitchFamily="34" charset="0"/>
              <a:buNone/>
            </a:pPr>
            <a:r>
              <a:rPr lang="en-US" b="1"/>
              <a:t>Weighted Contributions</a:t>
            </a:r>
          </a:p>
          <a:p>
            <a:pPr marL="0" lvl="1" indent="0">
              <a:buFont typeface="Arial" panose="020B0604020202020204" pitchFamily="34" charset="0"/>
              <a:buNone/>
            </a:pPr>
            <a:r>
              <a:rPr lang="en-US"/>
              <a:t>Each scorecard has a predefined weight, with fundamentals and valuation making up over half the total score for a long-term focus.</a:t>
            </a:r>
          </a:p>
          <a:p>
            <a:pPr marL="0" indent="0">
              <a:spcBef>
                <a:spcPts val="2500"/>
              </a:spcBef>
              <a:buFont typeface="Arial" panose="020B0604020202020204" pitchFamily="34" charset="0"/>
              <a:buNone/>
            </a:pPr>
            <a:r>
              <a:rPr lang="en-US" b="1"/>
              <a:t>Overall Stock Score &amp; Recommendations</a:t>
            </a:r>
          </a:p>
          <a:p>
            <a:pPr marL="0" lvl="1" indent="0">
              <a:buFont typeface="Arial" panose="020B0604020202020204" pitchFamily="34" charset="0"/>
              <a:buNone/>
            </a:pPr>
            <a:r>
              <a:rPr lang="en-US"/>
              <a:t>The combined score generates clear, predefined recommendations from Strong Buy to Exit, enhancing transparency and auditability.</a:t>
            </a:r>
          </a:p>
        </p:txBody>
      </p:sp>
      <p:sp>
        <p:nvSpPr>
          <p:cNvPr id="5" name="Slide Number Placeholder 4">
            <a:extLst>
              <a:ext uri="{FF2B5EF4-FFF2-40B4-BE49-F238E27FC236}">
                <a16:creationId xmlns:a16="http://schemas.microsoft.com/office/drawing/2014/main" id="{3AF96604-F613-5BC7-5033-B01A126EE559}"/>
              </a:ext>
            </a:extLst>
          </p:cNvPr>
          <p:cNvSpPr>
            <a:spLocks noGrp="1"/>
          </p:cNvSpPr>
          <p:nvPr>
            <p:ph type="sldNum" sz="quarter" idx="17"/>
          </p:nvPr>
        </p:nvSpPr>
        <p:spPr>
          <a:xfrm>
            <a:off x="701040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293A1C46-6FD7-373B-8DAC-5F15C5479F27}"/>
              </a:ext>
            </a:extLst>
          </p:cNvPr>
          <p:cNvSpPr>
            <a:spLocks noGrp="1"/>
          </p:cNvSpPr>
          <p:nvPr>
            <p:ph type="ftr" sz="quarter" idx="16"/>
          </p:nvPr>
        </p:nvSpPr>
        <p:spPr>
          <a:xfrm>
            <a:off x="7407996" y="6126480"/>
            <a:ext cx="2834640"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C96D4D61-50EB-D16B-DEC0-F0517EA49B44}"/>
              </a:ext>
            </a:extLst>
          </p:cNvPr>
          <p:cNvSpPr>
            <a:spLocks noGrp="1"/>
          </p:cNvSpPr>
          <p:nvPr>
            <p:ph type="dt" sz="half" idx="15"/>
          </p:nvPr>
        </p:nvSpPr>
        <p:spPr>
          <a:xfrm>
            <a:off x="10290220" y="6126480"/>
            <a:ext cx="1467840"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25130978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AF21B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926E3-285F-6D9D-5423-5D79E8173888}"/>
              </a:ext>
            </a:extLst>
          </p:cNvPr>
          <p:cNvSpPr>
            <a:spLocks noGrp="1"/>
          </p:cNvSpPr>
          <p:nvPr>
            <p:ph type="ctrTitle"/>
          </p:nvPr>
        </p:nvSpPr>
        <p:spPr>
          <a:xfrm>
            <a:off x="457200" y="457198"/>
            <a:ext cx="5140452" cy="6199632"/>
          </a:xfrm>
        </p:spPr>
        <p:txBody>
          <a:bodyPr anchor="b">
            <a:normAutofit/>
          </a:bodyPr>
          <a:lstStyle/>
          <a:p>
            <a:r>
              <a:rPr lang="en-US"/>
              <a:t>Decision Matrices</a:t>
            </a:r>
          </a:p>
        </p:txBody>
      </p:sp>
    </p:spTree>
    <p:extLst>
      <p:ext uri="{BB962C8B-B14F-4D97-AF65-F5344CB8AC3E}">
        <p14:creationId xmlns:p14="http://schemas.microsoft.com/office/powerpoint/2010/main" val="293822083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F_80534B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1A43C-FE43-35E5-E61B-A338B0AA06F3}"/>
              </a:ext>
            </a:extLst>
          </p:cNvPr>
          <p:cNvSpPr>
            <a:spLocks noGrp="1"/>
          </p:cNvSpPr>
          <p:nvPr>
            <p:ph type="title"/>
          </p:nvPr>
        </p:nvSpPr>
        <p:spPr>
          <a:xfrm>
            <a:off x="7010400" y="499533"/>
            <a:ext cx="4754880" cy="1328932"/>
          </a:xfrm>
        </p:spPr>
        <p:txBody>
          <a:bodyPr anchor="b">
            <a:normAutofit/>
          </a:bodyPr>
          <a:lstStyle/>
          <a:p>
            <a:r>
              <a:rPr lang="en-US" sz="3300"/>
              <a:t>Per-Stock and Portfolio-Level Decision Logic</a:t>
            </a:r>
          </a:p>
        </p:txBody>
      </p:sp>
      <p:pic>
        <p:nvPicPr>
          <p:cNvPr id="8" name="Content Placeholder 7" descr="numerals and finance">
            <a:extLst>
              <a:ext uri="{FF2B5EF4-FFF2-40B4-BE49-F238E27FC236}">
                <a16:creationId xmlns:a16="http://schemas.microsoft.com/office/drawing/2014/main" id="{DF347889-0ABF-48C3-BD1A-FEADBC02F779}"/>
              </a:ext>
            </a:extLst>
          </p:cNvPr>
          <p:cNvPicPr>
            <a:picLocks noGrp="1" noChangeAspect="1"/>
          </p:cNvPicPr>
          <p:nvPr>
            <p:ph type="pic" sz="quarter" idx="13"/>
          </p:nvPr>
        </p:nvPicPr>
        <p:blipFill>
          <a:blip r:embed="rId3"/>
          <a:srcRect l="3625" r="33186" b="1"/>
          <a:stretch>
            <a:fillRect/>
          </a:stretch>
        </p:blipFill>
        <p:spPr>
          <a:xfrm>
            <a:off x="457200" y="457200"/>
            <a:ext cx="5626608" cy="5943600"/>
          </a:xfrm>
        </p:spPr>
      </p:pic>
      <p:sp>
        <p:nvSpPr>
          <p:cNvPr id="4" name="Content Placeholder 3">
            <a:extLst>
              <a:ext uri="{FF2B5EF4-FFF2-40B4-BE49-F238E27FC236}">
                <a16:creationId xmlns:a16="http://schemas.microsoft.com/office/drawing/2014/main" id="{23CBB84F-8D2E-6B8E-5B4C-843D5F18106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10400" y="1975104"/>
            <a:ext cx="4754880" cy="3931920"/>
          </a:xfrm>
        </p:spPr>
        <p:txBody>
          <a:bodyPr>
            <a:normAutofit/>
          </a:bodyPr>
          <a:lstStyle/>
          <a:p>
            <a:pPr marL="0" indent="0">
              <a:spcBef>
                <a:spcPts val="2500"/>
              </a:spcBef>
              <a:buFont typeface="Arial" panose="020B0604020202020204" pitchFamily="34" charset="0"/>
              <a:buNone/>
            </a:pPr>
            <a:r>
              <a:rPr lang="en-US" b="1"/>
              <a:t>Stock-Level Decision Matrix</a:t>
            </a:r>
          </a:p>
          <a:p>
            <a:pPr marL="0" lvl="1" indent="0">
              <a:buFont typeface="Arial" panose="020B0604020202020204" pitchFamily="34" charset="0"/>
              <a:buNone/>
            </a:pPr>
            <a:r>
              <a:rPr lang="en-US"/>
              <a:t>Combines fundamentals, technicals, and sentiment to guide actions on individual stocks, including accumulation, hold, or exit.</a:t>
            </a:r>
          </a:p>
          <a:p>
            <a:pPr marL="0" indent="0">
              <a:spcBef>
                <a:spcPts val="2500"/>
              </a:spcBef>
              <a:buFont typeface="Arial" panose="020B0604020202020204" pitchFamily="34" charset="0"/>
              <a:buNone/>
            </a:pPr>
            <a:r>
              <a:rPr lang="en-US" b="1"/>
              <a:t>Portfolio-Level Evaluation</a:t>
            </a:r>
          </a:p>
          <a:p>
            <a:pPr marL="0" lvl="1" indent="0">
              <a:buFont typeface="Arial" panose="020B0604020202020204" pitchFamily="34" charset="0"/>
              <a:buNone/>
            </a:pPr>
            <a:r>
              <a:rPr lang="en-US"/>
              <a:t>Assesses sector drift, stock correlations, portfolio beta, and Sharpe ratio to inform rebalancing decisions.</a:t>
            </a:r>
          </a:p>
          <a:p>
            <a:pPr marL="0" indent="0">
              <a:spcBef>
                <a:spcPts val="2500"/>
              </a:spcBef>
              <a:buFont typeface="Arial" panose="020B0604020202020204" pitchFamily="34" charset="0"/>
              <a:buNone/>
            </a:pPr>
            <a:r>
              <a:rPr lang="en-US" b="1"/>
              <a:t>Rebalancing Strategies</a:t>
            </a:r>
          </a:p>
          <a:p>
            <a:pPr marL="0" lvl="1" indent="0">
              <a:buFont typeface="Arial" panose="020B0604020202020204" pitchFamily="34" charset="0"/>
              <a:buNone/>
            </a:pPr>
            <a:r>
              <a:rPr lang="en-US"/>
              <a:t>Guides trimming overweight sectors, replacing correlated holdings, and adding defensive assets during high risk.</a:t>
            </a:r>
          </a:p>
        </p:txBody>
      </p:sp>
      <p:sp>
        <p:nvSpPr>
          <p:cNvPr id="5" name="Slide Number Placeholder 4">
            <a:extLst>
              <a:ext uri="{FF2B5EF4-FFF2-40B4-BE49-F238E27FC236}">
                <a16:creationId xmlns:a16="http://schemas.microsoft.com/office/drawing/2014/main" id="{C787DF51-6A64-00E5-359D-F02BCFDCA774}"/>
              </a:ext>
            </a:extLst>
          </p:cNvPr>
          <p:cNvSpPr>
            <a:spLocks noGrp="1"/>
          </p:cNvSpPr>
          <p:nvPr>
            <p:ph type="sldNum" sz="quarter" idx="17"/>
          </p:nvPr>
        </p:nvSpPr>
        <p:spPr>
          <a:xfrm>
            <a:off x="701040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A193369A-93E5-D08B-3F27-D00453173B2D}"/>
              </a:ext>
            </a:extLst>
          </p:cNvPr>
          <p:cNvSpPr>
            <a:spLocks noGrp="1"/>
          </p:cNvSpPr>
          <p:nvPr>
            <p:ph type="ftr" sz="quarter" idx="16"/>
          </p:nvPr>
        </p:nvSpPr>
        <p:spPr>
          <a:xfrm>
            <a:off x="7407996" y="6126480"/>
            <a:ext cx="2834640"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AFA4672F-C4EF-A12C-F195-D041B473A6F6}"/>
              </a:ext>
            </a:extLst>
          </p:cNvPr>
          <p:cNvSpPr>
            <a:spLocks noGrp="1"/>
          </p:cNvSpPr>
          <p:nvPr>
            <p:ph type="dt" sz="half" idx="15"/>
          </p:nvPr>
        </p:nvSpPr>
        <p:spPr>
          <a:xfrm>
            <a:off x="10290220" y="6126480"/>
            <a:ext cx="1467840"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21529424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CE47072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5A03D-FA96-CFD2-D826-BF497B85D0AB}"/>
              </a:ext>
            </a:extLst>
          </p:cNvPr>
          <p:cNvSpPr>
            <a:spLocks noGrp="1"/>
          </p:cNvSpPr>
          <p:nvPr>
            <p:ph type="ctrTitle"/>
          </p:nvPr>
        </p:nvSpPr>
        <p:spPr>
          <a:xfrm>
            <a:off x="457199" y="4480560"/>
            <a:ext cx="11274552" cy="996988"/>
          </a:xfrm>
        </p:spPr>
        <p:txBody>
          <a:bodyPr anchor="b">
            <a:normAutofit/>
          </a:bodyPr>
          <a:lstStyle/>
          <a:p>
            <a:r>
              <a:rPr lang="en-US" sz="3700"/>
              <a:t>Portfolio Analysis System: Baselined Requirements &amp; Solution Outline</a:t>
            </a:r>
          </a:p>
        </p:txBody>
      </p:sp>
      <p:sp>
        <p:nvSpPr>
          <p:cNvPr id="3" name="Subtitle 2">
            <a:extLst>
              <a:ext uri="{FF2B5EF4-FFF2-40B4-BE49-F238E27FC236}">
                <a16:creationId xmlns:a16="http://schemas.microsoft.com/office/drawing/2014/main" id="{8391C167-6210-F1D6-2294-B6F04591B9DE}"/>
              </a:ext>
            </a:extLst>
          </p:cNvPr>
          <p:cNvSpPr>
            <a:spLocks noGrp="1"/>
          </p:cNvSpPr>
          <p:nvPr>
            <p:ph type="subTitle" idx="1"/>
          </p:nvPr>
        </p:nvSpPr>
        <p:spPr>
          <a:xfrm>
            <a:off x="457199" y="5532535"/>
            <a:ext cx="11274552" cy="548640"/>
          </a:xfrm>
        </p:spPr>
        <p:txBody>
          <a:bodyPr>
            <a:normAutofit/>
          </a:bodyPr>
          <a:lstStyle/>
          <a:p>
            <a:r>
              <a:rPr lang="en-US"/>
              <a:t>Structured approach for evaluating and planning portfolios</a:t>
            </a:r>
          </a:p>
        </p:txBody>
      </p:sp>
      <p:pic>
        <p:nvPicPr>
          <p:cNvPr id="4" name="Picture 3" descr="Digital financial graph">
            <a:extLst>
              <a:ext uri="{FF2B5EF4-FFF2-40B4-BE49-F238E27FC236}">
                <a16:creationId xmlns:a16="http://schemas.microsoft.com/office/drawing/2014/main" id="{DAF758FE-D9E8-47D2-94D2-34C7B24ED783}"/>
              </a:ext>
            </a:extLst>
          </p:cNvPr>
          <p:cNvPicPr>
            <a:picLocks noChangeAspect="1"/>
          </p:cNvPicPr>
          <p:nvPr/>
        </p:nvPicPr>
        <p:blipFill>
          <a:blip r:embed="rId3"/>
          <a:srcRect t="38512" r="-1" b="12425"/>
          <a:stretch>
            <a:fillRect/>
          </a:stretch>
        </p:blipFill>
        <p:spPr>
          <a:xfrm>
            <a:off x="457200" y="457201"/>
            <a:ext cx="11274552" cy="3111499"/>
          </a:xfrm>
          <a:prstGeom prst="rect">
            <a:avLst/>
          </a:prstGeom>
        </p:spPr>
      </p:pic>
      <p:sp>
        <p:nvSpPr>
          <p:cNvPr id="9" name="Slide Number Placeholder 4">
            <a:extLst>
              <a:ext uri="{FF2B5EF4-FFF2-40B4-BE49-F238E27FC236}">
                <a16:creationId xmlns:a16="http://schemas.microsoft.com/office/drawing/2014/main" id="{B7D86539-4635-3290-2357-88CBB8FA3590}"/>
              </a:ext>
            </a:extLst>
          </p:cNvPr>
          <p:cNvSpPr>
            <a:spLocks noGrp="1"/>
          </p:cNvSpPr>
          <p:nvPr>
            <p:ph type="sldNum" sz="quarter" idx="16"/>
          </p:nvPr>
        </p:nvSpPr>
        <p:spPr>
          <a:xfrm>
            <a:off x="411480" y="6126480"/>
            <a:ext cx="365760" cy="365125"/>
          </a:xfrm>
        </p:spPr>
        <p:txBody>
          <a:bodyPr/>
          <a:lstStyle/>
          <a:p>
            <a:pPr>
              <a:spcAft>
                <a:spcPts val="600"/>
              </a:spcAft>
            </a:pPr>
            <a:fld id="{40B778AE-8D30-EC43-B255-420E7914C179}" type="slidenum">
              <a:rPr lang="en-US" smtClean="0"/>
              <a:pPr>
                <a:spcAft>
                  <a:spcPts val="600"/>
                </a:spcAft>
              </a:pPr>
              <a:t/>
            </a:fld>
            <a:endParaRPr lang="en-US"/>
          </a:p>
        </p:txBody>
      </p:sp>
      <p:sp>
        <p:nvSpPr>
          <p:cNvPr id="11" name="Footer Placeholder 5">
            <a:extLst>
              <a:ext uri="{FF2B5EF4-FFF2-40B4-BE49-F238E27FC236}">
                <a16:creationId xmlns:a16="http://schemas.microsoft.com/office/drawing/2014/main" id="{03547A09-B02E-BC15-246B-5F47C1F77F95}"/>
              </a:ext>
            </a:extLst>
          </p:cNvPr>
          <p:cNvSpPr>
            <a:spLocks noGrp="1"/>
          </p:cNvSpPr>
          <p:nvPr>
            <p:ph type="ftr" sz="quarter" idx="15"/>
          </p:nvPr>
        </p:nvSpPr>
        <p:spPr>
          <a:xfrm>
            <a:off x="809077" y="6126480"/>
            <a:ext cx="3698529" cy="365125"/>
          </a:xfrm>
        </p:spPr>
        <p:txBody>
          <a:bodyPr/>
          <a:lstStyle/>
          <a:p>
            <a:pPr>
              <a:spcAft>
                <a:spcPts val="600"/>
              </a:spcAft>
            </a:pPr>
            <a:r>
              <a:rPr lang="en-US"/>
              <a:t>Presentation title</a:t>
            </a:r>
          </a:p>
        </p:txBody>
      </p:sp>
      <p:sp>
        <p:nvSpPr>
          <p:cNvPr id="13" name="Date Placeholder 6">
            <a:extLst>
              <a:ext uri="{FF2B5EF4-FFF2-40B4-BE49-F238E27FC236}">
                <a16:creationId xmlns:a16="http://schemas.microsoft.com/office/drawing/2014/main" id="{2551B5B7-4626-5DC2-A36E-0AC7A070019E}"/>
              </a:ext>
            </a:extLst>
          </p:cNvPr>
          <p:cNvSpPr>
            <a:spLocks noGrp="1"/>
          </p:cNvSpPr>
          <p:nvPr>
            <p:ph type="dt" sz="half" idx="14"/>
          </p:nvPr>
        </p:nvSpPr>
        <p:spPr>
          <a:xfrm>
            <a:off x="9684913" y="6126480"/>
            <a:ext cx="2073147" cy="365125"/>
          </a:xfrm>
        </p:spPr>
        <p:txBody>
          <a:bodyPr/>
          <a:lstStyle/>
          <a:p>
            <a:pPr>
              <a:spcAft>
                <a:spcPts val="600"/>
              </a:spcAft>
            </a:pPr>
            <a:fld id="{CE2FA9DB-1C23-8847-8157-4FA9725CC381}" type="datetime1">
              <a:rPr lang="en-US" smtClean="0"/>
              <a:pPr>
                <a:spcAft>
                  <a:spcPts val="600"/>
                </a:spcAft>
              </a:pPr>
              <a:t/>
            </a:fld>
            <a:endParaRPr lang="en-US"/>
          </a:p>
        </p:txBody>
      </p:sp>
    </p:spTree>
    <p:extLst>
      <p:ext uri="{BB962C8B-B14F-4D97-AF65-F5344CB8AC3E}">
        <p14:creationId xmlns:p14="http://schemas.microsoft.com/office/powerpoint/2010/main" val="3460761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C0638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5029-339A-4B50-888B-DDBC70A35B02}"/>
              </a:ext>
            </a:extLst>
          </p:cNvPr>
          <p:cNvSpPr>
            <a:spLocks noGrp="1"/>
          </p:cNvSpPr>
          <p:nvPr>
            <p:ph type="ctrTitle"/>
          </p:nvPr>
        </p:nvSpPr>
        <p:spPr>
          <a:xfrm>
            <a:off x="457200" y="457198"/>
            <a:ext cx="5140452" cy="6199632"/>
          </a:xfrm>
        </p:spPr>
        <p:txBody>
          <a:bodyPr anchor="b">
            <a:normAutofit/>
          </a:bodyPr>
          <a:lstStyle/>
          <a:p>
            <a:r>
              <a:rPr lang="en-US" sz="6100"/>
              <a:t>System Overview and Objectives</a:t>
            </a:r>
          </a:p>
        </p:txBody>
      </p:sp>
    </p:spTree>
    <p:extLst>
      <p:ext uri="{BB962C8B-B14F-4D97-AF65-F5344CB8AC3E}">
        <p14:creationId xmlns:p14="http://schemas.microsoft.com/office/powerpoint/2010/main" val="32277466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61B0C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9628D-8B2A-EA18-91FE-A7622D4BFA63}"/>
              </a:ext>
            </a:extLst>
          </p:cNvPr>
          <p:cNvSpPr>
            <a:spLocks noGrp="1"/>
          </p:cNvSpPr>
          <p:nvPr>
            <p:ph type="title"/>
          </p:nvPr>
        </p:nvSpPr>
        <p:spPr>
          <a:xfrm>
            <a:off x="457200" y="457200"/>
            <a:ext cx="11274552" cy="1005840"/>
          </a:xfrm>
        </p:spPr>
        <p:txBody>
          <a:bodyPr anchor="t">
            <a:normAutofit/>
          </a:bodyPr>
          <a:lstStyle/>
          <a:p>
            <a:r>
              <a:rPr lang="en-US"/>
              <a:t>Purpose and Strategic Goals of the Portfolio Analysis System</a:t>
            </a:r>
          </a:p>
        </p:txBody>
      </p:sp>
      <p:sp>
        <p:nvSpPr>
          <p:cNvPr id="4" name="Slide Number Placeholder 3">
            <a:extLst>
              <a:ext uri="{FF2B5EF4-FFF2-40B4-BE49-F238E27FC236}">
                <a16:creationId xmlns:a16="http://schemas.microsoft.com/office/drawing/2014/main" id="{E2161A15-D16E-6845-A605-B50AA0334DE7}"/>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5" name="Footer Placeholder 4">
            <a:extLst>
              <a:ext uri="{FF2B5EF4-FFF2-40B4-BE49-F238E27FC236}">
                <a16:creationId xmlns:a16="http://schemas.microsoft.com/office/drawing/2014/main" id="{6A7F1108-CC5F-E814-F704-D0BE0C0EDBF6}"/>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E20FFCA5-159A-5397-5EAC-B372B4C7CD3E}"/>
              </a:ext>
            </a:extLst>
          </p:cNvPr>
          <p:cNvSpPr>
            <a:spLocks noGrp="1"/>
          </p:cNvSpPr>
          <p:nvPr>
            <p:ph type="dt" sz="half" idx="10"/>
          </p:nvPr>
        </p:nvSpPr>
        <p:spPr>
          <a:xfrm>
            <a:off x="9684913" y="6126480"/>
            <a:ext cx="2073147" cy="365125"/>
          </a:xfrm>
        </p:spPr>
        <p:txBody>
          <a:bodyPr anchor="ctr">
            <a:normAutofit/>
          </a:bodyPr>
          <a:lstStyle/>
          <a:p>
            <a:pPr>
              <a:spcAft>
                <a:spcPts val="600"/>
              </a:spcAft>
            </a:pPr>
            <a:fld id="{CF2CF59F-16CF-294B-89B0-023DBFDF062C}" type="datetime1">
              <a:rPr lang="en-US" smtClean="0"/>
              <a:pPr>
                <a:spcAft>
                  <a:spcPts val="600"/>
                </a:spcAft>
              </a:pPr>
              <a:t/>
            </a:fld>
            <a:endParaRPr lang="en-US"/>
          </a:p>
        </p:txBody>
      </p:sp>
      <p:graphicFrame>
        <p:nvGraphicFramePr>
          <p:cNvPr id="7" name="Content Placeholder 6">
            <a:extLst>
              <a:ext uri="{FF2B5EF4-FFF2-40B4-BE49-F238E27FC236}">
                <a16:creationId xmlns:a16="http://schemas.microsoft.com/office/drawing/2014/main" id="{24D825F3-985D-43C3-B8D6-5763F8DD424A}"/>
              </a:ext>
            </a:extLst>
          </p:cNvPr>
          <p:cNvGraphicFramePr>
            <a:graphicFrameLocks noGrp="1"/>
          </p:cNvGraphicFramePr>
          <p:nvPr>
            <p:ph idx="1"/>
            <p:extLst>
              <p:ext uri="{D42A27DB-BD31-4B8C-83A1-F6EECF244321}">
                <p14:modId xmlns:p14="http://schemas.microsoft.com/office/powerpoint/2010/main" val="1694409082"/>
              </p:ext>
              <p:ext uri="{E7BDC344-281C-4309-B0C6-D0EE65EED2A8}">
                <p202:designPr xmlns:p202="http://schemas.microsoft.com/office/powerpoint/2020/02/main">
                  <p202:designTagLst>
                    <p202:designTag name="ARCH:1:CLS" val="InformationBlock"/>
                    <p202:designTag name="ARCH:1:VSVAR" val="VisualTitledTextBox"/>
                  </p202:designTagLst>
                </p202:designPr>
              </p:ext>
            </p:extLst>
          </p:nvPr>
        </p:nvGraphicFramePr>
        <p:xfrm>
          <a:off x="457200" y="1554480"/>
          <a:ext cx="11274552" cy="4297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435856"/>
      </p:ext>
    </p:extLst>
  </p:cSld>
  <p:clrMapOvr>
    <a:masterClrMapping/>
  </p:clrMapOvr>
  <p:transition>
    <p:fade/>
  </p:transition>
</p:sld>
</file>

<file path=ppt/slides/slide_A04_9B3CE8B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56E1F-3ADF-6B2B-EA59-8FBD1F29F4E8}"/>
              </a:ext>
            </a:extLst>
          </p:cNvPr>
          <p:cNvSpPr>
            <a:spLocks noGrp="1"/>
          </p:cNvSpPr>
          <p:nvPr>
            <p:ph type="ctrTitle"/>
          </p:nvPr>
        </p:nvSpPr>
        <p:spPr>
          <a:xfrm>
            <a:off x="457200" y="457198"/>
            <a:ext cx="5140452" cy="6199632"/>
          </a:xfrm>
        </p:spPr>
        <p:txBody>
          <a:bodyPr anchor="b">
            <a:normAutofit/>
          </a:bodyPr>
          <a:lstStyle/>
          <a:p>
            <a:r>
              <a:rPr lang="en-US" sz="4500"/>
              <a:t>Decision Framework Architecture</a:t>
            </a:r>
          </a:p>
        </p:txBody>
      </p:sp>
    </p:spTree>
    <p:extLst>
      <p:ext uri="{BB962C8B-B14F-4D97-AF65-F5344CB8AC3E}">
        <p14:creationId xmlns:p14="http://schemas.microsoft.com/office/powerpoint/2010/main" val="26044602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21587B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BF5D4-07EC-B8DE-A046-CF9EEA1E1030}"/>
              </a:ext>
            </a:extLst>
          </p:cNvPr>
          <p:cNvSpPr>
            <a:spLocks noGrp="1"/>
          </p:cNvSpPr>
          <p:nvPr>
            <p:ph type="title"/>
          </p:nvPr>
        </p:nvSpPr>
        <p:spPr>
          <a:xfrm>
            <a:off x="457199" y="457200"/>
            <a:ext cx="9857233" cy="932688"/>
          </a:xfrm>
        </p:spPr>
        <p:txBody>
          <a:bodyPr anchor="t">
            <a:normAutofit/>
          </a:bodyPr>
          <a:lstStyle/>
          <a:p>
            <a:r>
              <a:rPr lang="en-US" sz="3300"/>
              <a:t>Three-Layer Investment Decision Framework</a:t>
            </a:r>
          </a:p>
        </p:txBody>
      </p:sp>
      <p:pic>
        <p:nvPicPr>
          <p:cNvPr id="8" name="Content Placeholder 7" descr="Rules for compliance with policies business">
            <a:extLst>
              <a:ext uri="{FF2B5EF4-FFF2-40B4-BE49-F238E27FC236}">
                <a16:creationId xmlns:a16="http://schemas.microsoft.com/office/drawing/2014/main" id="{249C9AE6-A97D-422D-A020-3396DCE1DCBF}"/>
              </a:ext>
            </a:extLst>
          </p:cNvPr>
          <p:cNvPicPr>
            <a:picLocks noGrp="1" noChangeAspect="1"/>
          </p:cNvPicPr>
          <p:nvPr>
            <p:ph type="pic" sz="quarter" idx="13"/>
          </p:nvPr>
        </p:nvPicPr>
        <p:blipFill>
          <a:blip r:embed="rId3"/>
          <a:srcRect r="14837" b="-2"/>
          <a:stretch>
            <a:fillRect/>
          </a:stretch>
        </p:blipFill>
        <p:spPr>
          <a:xfrm>
            <a:off x="20" y="1737361"/>
            <a:ext cx="6533051" cy="5120640"/>
          </a:xfrm>
        </p:spPr>
      </p:pic>
      <p:sp>
        <p:nvSpPr>
          <p:cNvPr id="4" name="Content Placeholder 3">
            <a:extLst>
              <a:ext uri="{FF2B5EF4-FFF2-40B4-BE49-F238E27FC236}">
                <a16:creationId xmlns:a16="http://schemas.microsoft.com/office/drawing/2014/main" id="{29DCD3CB-A307-6B48-BD88-FE424CE048A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03255" y="1737360"/>
            <a:ext cx="4663440" cy="4297680"/>
          </a:xfrm>
        </p:spPr>
        <p:txBody>
          <a:bodyPr>
            <a:normAutofit/>
          </a:bodyPr>
          <a:lstStyle/>
          <a:p>
            <a:pPr marL="0" indent="0">
              <a:spcBef>
                <a:spcPts val="2500"/>
              </a:spcBef>
              <a:buFont typeface="Arial" panose="020B0604020202020204" pitchFamily="34" charset="0"/>
              <a:buNone/>
            </a:pPr>
            <a:r>
              <a:rPr lang="en-US" b="1"/>
              <a:t>Business Filter Layer</a:t>
            </a:r>
          </a:p>
          <a:p>
            <a:pPr marL="0" lvl="1" indent="0">
              <a:buFont typeface="Arial" panose="020B0604020202020204" pitchFamily="34" charset="0"/>
              <a:buNone/>
            </a:pPr>
            <a:r>
              <a:rPr lang="en-US"/>
              <a:t>Evaluates company fundamentals including revenue, profitability, capital efficiency, and sector positioning to determine investment worthiness.</a:t>
            </a:r>
          </a:p>
          <a:p>
            <a:pPr marL="0" indent="0">
              <a:spcBef>
                <a:spcPts val="2500"/>
              </a:spcBef>
              <a:buFont typeface="Arial" panose="020B0604020202020204" pitchFamily="34" charset="0"/>
              <a:buNone/>
            </a:pPr>
            <a:r>
              <a:rPr lang="en-US" b="1"/>
              <a:t>Timing Filter Layer</a:t>
            </a:r>
          </a:p>
          <a:p>
            <a:pPr marL="0" lvl="1" indent="0">
              <a:buFont typeface="Arial" panose="020B0604020202020204" pitchFamily="34" charset="0"/>
              <a:buNone/>
            </a:pPr>
            <a:r>
              <a:rPr lang="en-US"/>
              <a:t>Analyzes technical indicators like trend strength, momentum, and volatility to decide optimal investment timing and amount.</a:t>
            </a:r>
          </a:p>
          <a:p>
            <a:pPr marL="0" indent="0">
              <a:spcBef>
                <a:spcPts val="2500"/>
              </a:spcBef>
              <a:buFont typeface="Arial" panose="020B0604020202020204" pitchFamily="34" charset="0"/>
              <a:buNone/>
            </a:pPr>
            <a:r>
              <a:rPr lang="en-US" b="1"/>
              <a:t>Conviction Filter Layer</a:t>
            </a:r>
          </a:p>
          <a:p>
            <a:pPr marL="0" lvl="1" indent="0">
              <a:buFont typeface="Arial" panose="020B0604020202020204" pitchFamily="34" charset="0"/>
              <a:buNone/>
            </a:pPr>
            <a:r>
              <a:rPr lang="en-US"/>
              <a:t>Incorporates sentiment, analyst insights, insider activity, and news flow to adjust confidence and position sizing.</a:t>
            </a:r>
          </a:p>
        </p:txBody>
      </p:sp>
      <p:sp>
        <p:nvSpPr>
          <p:cNvPr id="5" name="Slide Number Placeholder 4">
            <a:extLst>
              <a:ext uri="{FF2B5EF4-FFF2-40B4-BE49-F238E27FC236}">
                <a16:creationId xmlns:a16="http://schemas.microsoft.com/office/drawing/2014/main" id="{5A811639-BC27-70CA-0C07-49D35B9DD752}"/>
              </a:ext>
            </a:extLst>
          </p:cNvPr>
          <p:cNvSpPr>
            <a:spLocks noGrp="1"/>
          </p:cNvSpPr>
          <p:nvPr>
            <p:ph type="sldNum" sz="quarter" idx="17"/>
          </p:nvPr>
        </p:nvSpPr>
        <p:spPr>
          <a:xfrm>
            <a:off x="7098034"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27F6B4B9-A5C2-EA4C-A0E2-F015C5A2DF0D}"/>
              </a:ext>
            </a:extLst>
          </p:cNvPr>
          <p:cNvSpPr>
            <a:spLocks noGrp="1"/>
          </p:cNvSpPr>
          <p:nvPr>
            <p:ph type="ftr" sz="quarter" idx="16"/>
          </p:nvPr>
        </p:nvSpPr>
        <p:spPr>
          <a:xfrm>
            <a:off x="7495631" y="6126480"/>
            <a:ext cx="2818801"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96D64C3D-9A0B-3043-4D4A-DBD8C8C4F9D4}"/>
              </a:ext>
            </a:extLst>
          </p:cNvPr>
          <p:cNvSpPr>
            <a:spLocks noGrp="1"/>
          </p:cNvSpPr>
          <p:nvPr>
            <p:ph type="dt" sz="half" idx="15"/>
          </p:nvPr>
        </p:nvSpPr>
        <p:spPr>
          <a:xfrm>
            <a:off x="10314432" y="6126480"/>
            <a:ext cx="1443628"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559446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99F6A8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10D3B-FD31-011B-B6C9-5F8A88EE9D3E}"/>
              </a:ext>
            </a:extLst>
          </p:cNvPr>
          <p:cNvSpPr>
            <a:spLocks noGrp="1"/>
          </p:cNvSpPr>
          <p:nvPr>
            <p:ph type="ctrTitle"/>
          </p:nvPr>
        </p:nvSpPr>
        <p:spPr>
          <a:xfrm>
            <a:off x="457200" y="457198"/>
            <a:ext cx="5140452" cy="6199632"/>
          </a:xfrm>
        </p:spPr>
        <p:txBody>
          <a:bodyPr anchor="b">
            <a:normAutofit/>
          </a:bodyPr>
          <a:lstStyle/>
          <a:p>
            <a:r>
              <a:rPr lang="en-US" sz="4500"/>
              <a:t>Fundamental Analysis Layer</a:t>
            </a:r>
          </a:p>
        </p:txBody>
      </p:sp>
    </p:spTree>
    <p:extLst>
      <p:ext uri="{BB962C8B-B14F-4D97-AF65-F5344CB8AC3E}">
        <p14:creationId xmlns:p14="http://schemas.microsoft.com/office/powerpoint/2010/main" val="25830789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ABB87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26C19-7944-43C4-6D28-B7D665437166}"/>
              </a:ext>
            </a:extLst>
          </p:cNvPr>
          <p:cNvSpPr>
            <a:spLocks noGrp="1"/>
          </p:cNvSpPr>
          <p:nvPr>
            <p:ph type="title"/>
          </p:nvPr>
        </p:nvSpPr>
        <p:spPr>
          <a:xfrm>
            <a:off x="457200" y="457200"/>
            <a:ext cx="7315200" cy="914400"/>
          </a:xfrm>
        </p:spPr>
        <p:txBody>
          <a:bodyPr anchor="b">
            <a:normAutofit/>
          </a:bodyPr>
          <a:lstStyle/>
          <a:p>
            <a:r>
              <a:rPr lang="en-US" sz="3300"/>
              <a:t>Layer 1 Metrics: Evaluating Business Quality</a:t>
            </a:r>
          </a:p>
        </p:txBody>
      </p:sp>
      <p:sp>
        <p:nvSpPr>
          <p:cNvPr id="4" name="Content Placeholder 3">
            <a:extLst>
              <a:ext uri="{FF2B5EF4-FFF2-40B4-BE49-F238E27FC236}">
                <a16:creationId xmlns:a16="http://schemas.microsoft.com/office/drawing/2014/main" id="{8C40692F-F2AF-EF90-08C2-533F7B8E89C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200" y="1554480"/>
            <a:ext cx="7315200" cy="4480560"/>
          </a:xfrm>
        </p:spPr>
        <p:txBody>
          <a:bodyPr>
            <a:normAutofit/>
          </a:bodyPr>
          <a:lstStyle/>
          <a:p>
            <a:pPr marL="0" indent="0">
              <a:spcBef>
                <a:spcPts val="2500"/>
              </a:spcBef>
              <a:buFont typeface="Arial" panose="020B0604020202020204" pitchFamily="34" charset="0"/>
              <a:buNone/>
            </a:pPr>
            <a:r>
              <a:rPr lang="en-US" b="1"/>
              <a:t>Earnings Sustainability Metrics</a:t>
            </a:r>
          </a:p>
          <a:p>
            <a:pPr marL="0" lvl="1" indent="0">
              <a:buFont typeface="Arial" panose="020B0604020202020204" pitchFamily="34" charset="0"/>
              <a:buNone/>
            </a:pPr>
            <a:r>
              <a:rPr lang="en-US"/>
              <a:t>Revenue growth, free cash flow, and net profit margin trends evaluate the quality and sustainability of earnings over time.</a:t>
            </a:r>
          </a:p>
          <a:p>
            <a:pPr marL="0" indent="0">
              <a:spcBef>
                <a:spcPts val="2500"/>
              </a:spcBef>
              <a:buFont typeface="Arial" panose="020B0604020202020204" pitchFamily="34" charset="0"/>
              <a:buNone/>
            </a:pPr>
            <a:r>
              <a:rPr lang="en-US" b="1"/>
              <a:t>Valuation Indicators</a:t>
            </a:r>
          </a:p>
          <a:p>
            <a:pPr marL="0" lvl="1" indent="0">
              <a:buFont typeface="Arial" panose="020B0604020202020204" pitchFamily="34" charset="0"/>
              <a:buNone/>
            </a:pPr>
            <a:r>
              <a:rPr lang="en-US"/>
              <a:t>PEG ratio, P/E relative to sector median, and EV/EBITDA differentiate fairly priced stocks from overvalued ones.</a:t>
            </a:r>
          </a:p>
          <a:p>
            <a:pPr marL="0" indent="0">
              <a:spcBef>
                <a:spcPts val="2500"/>
              </a:spcBef>
              <a:buFont typeface="Arial" panose="020B0604020202020204" pitchFamily="34" charset="0"/>
              <a:buNone/>
            </a:pPr>
            <a:r>
              <a:rPr lang="en-US" b="1"/>
              <a:t>Capital Efficiency &amp; Risk</a:t>
            </a:r>
          </a:p>
          <a:p>
            <a:pPr marL="0" lvl="1" indent="0">
              <a:buFont typeface="Arial" panose="020B0604020202020204" pitchFamily="34" charset="0"/>
              <a:buNone/>
            </a:pPr>
            <a:r>
              <a:rPr lang="en-US"/>
              <a:t>Return on Invested Capital and debt-to-equity ratios measure productive capital use and balance sheet risk respectively.</a:t>
            </a:r>
          </a:p>
          <a:p>
            <a:pPr marL="0" indent="0">
              <a:spcBef>
                <a:spcPts val="2500"/>
              </a:spcBef>
              <a:buFont typeface="Arial" panose="020B0604020202020204" pitchFamily="34" charset="0"/>
              <a:buNone/>
            </a:pPr>
            <a:r>
              <a:rPr lang="en-US" b="1"/>
              <a:t>India-Specific Governance Metrics</a:t>
            </a:r>
          </a:p>
          <a:p>
            <a:pPr marL="0" lvl="1" indent="0">
              <a:buFont typeface="Arial" panose="020B0604020202020204" pitchFamily="34" charset="0"/>
              <a:buNone/>
            </a:pPr>
            <a:r>
              <a:rPr lang="en-US"/>
              <a:t>Promoter holding trends and pledge percentages highlight governance and risk signals unique to the Indian market.</a:t>
            </a:r>
          </a:p>
        </p:txBody>
      </p:sp>
      <p:sp>
        <p:nvSpPr>
          <p:cNvPr id="5" name="Slide Number Placeholder 4">
            <a:extLst>
              <a:ext uri="{FF2B5EF4-FFF2-40B4-BE49-F238E27FC236}">
                <a16:creationId xmlns:a16="http://schemas.microsoft.com/office/drawing/2014/main" id="{BBB73C34-B80E-21A0-C07A-EEF771AC9B96}"/>
              </a:ext>
            </a:extLst>
          </p:cNvPr>
          <p:cNvSpPr>
            <a:spLocks noGrp="1"/>
          </p:cNvSpPr>
          <p:nvPr>
            <p:ph type="sldNum" sz="quarter" idx="17"/>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C224A886-81CE-C8D4-622F-5D6D0A5FBE87}"/>
              </a:ext>
            </a:extLst>
          </p:cNvPr>
          <p:cNvSpPr>
            <a:spLocks noGrp="1"/>
          </p:cNvSpPr>
          <p:nvPr>
            <p:ph type="ftr" sz="quarter" idx="16"/>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2C9DFC15-846A-578E-986E-24471FCBF7D6}"/>
              </a:ext>
            </a:extLst>
          </p:cNvPr>
          <p:cNvSpPr>
            <a:spLocks noGrp="1"/>
          </p:cNvSpPr>
          <p:nvPr>
            <p:ph type="dt" sz="half" idx="15"/>
          </p:nvPr>
        </p:nvSpPr>
        <p:spPr>
          <a:xfrm>
            <a:off x="5782614" y="6126480"/>
            <a:ext cx="1989786"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pic>
        <p:nvPicPr>
          <p:cNvPr id="8" name="Content Placeholder 7" descr="http://teekid.com/istockphoto/banner/banner3.jpg">
            <a:extLst>
              <a:ext uri="{FF2B5EF4-FFF2-40B4-BE49-F238E27FC236}">
                <a16:creationId xmlns:a16="http://schemas.microsoft.com/office/drawing/2014/main" id="{864CE2E7-D567-423E-9FEF-ACB82B2637B1}"/>
              </a:ext>
            </a:extLst>
          </p:cNvPr>
          <p:cNvPicPr>
            <a:picLocks noGrp="1" noChangeAspect="1"/>
          </p:cNvPicPr>
          <p:nvPr>
            <p:ph type="pic" sz="quarter" idx="13"/>
          </p:nvPr>
        </p:nvPicPr>
        <p:blipFill>
          <a:blip r:embed="rId3"/>
          <a:srcRect l="30040" r="11374"/>
          <a:stretch>
            <a:fillRect/>
          </a:stretch>
        </p:blipFill>
        <p:spPr>
          <a:xfrm>
            <a:off x="8174182" y="10"/>
            <a:ext cx="4017817" cy="6857990"/>
          </a:xfrm>
        </p:spPr>
      </p:pic>
    </p:spTree>
    <p:extLst>
      <p:ext uri="{BB962C8B-B14F-4D97-AF65-F5344CB8AC3E}">
        <p14:creationId xmlns:p14="http://schemas.microsoft.com/office/powerpoint/2010/main" val="2880994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1DABCC5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48717-B1CC-101B-B66B-AF2F57160ECF}"/>
              </a:ext>
            </a:extLst>
          </p:cNvPr>
          <p:cNvSpPr>
            <a:spLocks noGrp="1"/>
          </p:cNvSpPr>
          <p:nvPr>
            <p:ph type="ctrTitle"/>
          </p:nvPr>
        </p:nvSpPr>
        <p:spPr>
          <a:xfrm>
            <a:off x="457200" y="457198"/>
            <a:ext cx="5140452" cy="6199632"/>
          </a:xfrm>
        </p:spPr>
        <p:txBody>
          <a:bodyPr anchor="b">
            <a:normAutofit/>
          </a:bodyPr>
          <a:lstStyle/>
          <a:p>
            <a:r>
              <a:rPr lang="en-US" sz="6100"/>
              <a:t>Technical Analysis Layer</a:t>
            </a:r>
          </a:p>
        </p:txBody>
      </p:sp>
    </p:spTree>
    <p:extLst>
      <p:ext uri="{BB962C8B-B14F-4D97-AF65-F5344CB8AC3E}">
        <p14:creationId xmlns:p14="http://schemas.microsoft.com/office/powerpoint/2010/main" val="4977982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AA53F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43FDD-9718-F7D7-F73F-1C41EF8397B0}"/>
              </a:ext>
            </a:extLst>
          </p:cNvPr>
          <p:cNvSpPr>
            <a:spLocks noGrp="1"/>
          </p:cNvSpPr>
          <p:nvPr>
            <p:ph type="title"/>
          </p:nvPr>
        </p:nvSpPr>
        <p:spPr>
          <a:xfrm>
            <a:off x="457200" y="457200"/>
            <a:ext cx="4564763" cy="1269482"/>
          </a:xfrm>
        </p:spPr>
        <p:txBody>
          <a:bodyPr anchor="t">
            <a:normAutofit/>
          </a:bodyPr>
          <a:lstStyle/>
          <a:p>
            <a:r>
              <a:rPr lang="en-US"/>
              <a:t>Layer 2 Metrics: Timing, Momentum, and Risk</a:t>
            </a:r>
          </a:p>
        </p:txBody>
      </p:sp>
      <p:pic>
        <p:nvPicPr>
          <p:cNvPr id="8" name="Content Placeholder 7" descr="An abstract financial digital analysis">
            <a:extLst>
              <a:ext uri="{FF2B5EF4-FFF2-40B4-BE49-F238E27FC236}">
                <a16:creationId xmlns:a16="http://schemas.microsoft.com/office/drawing/2014/main" id="{1E2F29F0-1CA5-45E5-95B4-D6FB0BB4A445}"/>
              </a:ext>
            </a:extLst>
          </p:cNvPr>
          <p:cNvPicPr>
            <a:picLocks noGrp="1" noChangeAspect="1"/>
          </p:cNvPicPr>
          <p:nvPr>
            <p:ph type="pic" sz="quarter" idx="13"/>
          </p:nvPr>
        </p:nvPicPr>
        <p:blipFill>
          <a:blip r:embed="rId3"/>
          <a:srcRect l="29306" r="6776" b="-2"/>
          <a:stretch>
            <a:fillRect/>
          </a:stretch>
        </p:blipFill>
        <p:spPr>
          <a:xfrm>
            <a:off x="457200" y="1968816"/>
            <a:ext cx="4564763" cy="3963682"/>
          </a:xfrm>
        </p:spPr>
      </p:pic>
      <p:sp>
        <p:nvSpPr>
          <p:cNvPr id="4" name="Content Placeholder 3">
            <a:extLst>
              <a:ext uri="{FF2B5EF4-FFF2-40B4-BE49-F238E27FC236}">
                <a16:creationId xmlns:a16="http://schemas.microsoft.com/office/drawing/2014/main" id="{FA724C66-7E6C-CA85-893A-CF920218BC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Trend Direction Analysis</a:t>
            </a:r>
          </a:p>
          <a:p>
            <a:pPr marL="0" lvl="1" indent="0">
              <a:buFont typeface="Arial" panose="020B0604020202020204" pitchFamily="34" charset="0"/>
              <a:buNone/>
            </a:pPr>
            <a:r>
              <a:rPr lang="en-US"/>
              <a:t>Price relative to the 200-day moving average helps identify the long-term market trend direction.</a:t>
            </a:r>
          </a:p>
          <a:p>
            <a:pPr marL="0" indent="0">
              <a:spcBef>
                <a:spcPts val="2500"/>
              </a:spcBef>
              <a:buFont typeface="Arial" panose="020B0604020202020204" pitchFamily="34" charset="0"/>
              <a:buNone/>
            </a:pPr>
            <a:r>
              <a:rPr lang="en-US" b="1"/>
              <a:t>Momentum Indicators</a:t>
            </a:r>
          </a:p>
          <a:p>
            <a:pPr marL="0" lvl="1" indent="0">
              <a:buFont typeface="Arial" panose="020B0604020202020204" pitchFamily="34" charset="0"/>
              <a:buNone/>
            </a:pPr>
            <a:r>
              <a:rPr lang="en-US"/>
              <a:t>RSI and MACD detect momentum shifts and signal overbought or oversold market conditions.</a:t>
            </a:r>
          </a:p>
          <a:p>
            <a:pPr marL="0" indent="0">
              <a:spcBef>
                <a:spcPts val="2500"/>
              </a:spcBef>
              <a:buFont typeface="Arial" panose="020B0604020202020204" pitchFamily="34" charset="0"/>
              <a:buNone/>
            </a:pPr>
            <a:r>
              <a:rPr lang="en-US" b="1"/>
              <a:t>Risk and Volatility Metrics</a:t>
            </a:r>
          </a:p>
          <a:p>
            <a:pPr marL="0" lvl="1" indent="0">
              <a:buFont typeface="Arial" panose="020B0604020202020204" pitchFamily="34" charset="0"/>
              <a:buNone/>
            </a:pPr>
            <a:r>
              <a:rPr lang="en-US"/>
              <a:t>Beta measures market sensitivity, while concentration and stop-loss metrics help manage portfolio risk.</a:t>
            </a:r>
          </a:p>
          <a:p>
            <a:pPr marL="0" indent="0">
              <a:spcBef>
                <a:spcPts val="2500"/>
              </a:spcBef>
              <a:buFont typeface="Arial" panose="020B0604020202020204" pitchFamily="34" charset="0"/>
              <a:buNone/>
            </a:pPr>
            <a:r>
              <a:rPr lang="en-US" b="1"/>
              <a:t>Volume and Momentum Scores</a:t>
            </a:r>
          </a:p>
          <a:p>
            <a:pPr marL="0" lvl="1" indent="0">
              <a:buFont typeface="Arial" panose="020B0604020202020204" pitchFamily="34" charset="0"/>
              <a:buNone/>
            </a:pPr>
            <a:r>
              <a:rPr lang="en-US"/>
              <a:t>Volume confirms price move strength and the 52-week momentum score reduces risk of entering downtrends.</a:t>
            </a:r>
          </a:p>
        </p:txBody>
      </p:sp>
      <p:sp>
        <p:nvSpPr>
          <p:cNvPr id="5" name="Slide Number Placeholder 4">
            <a:extLst>
              <a:ext uri="{FF2B5EF4-FFF2-40B4-BE49-F238E27FC236}">
                <a16:creationId xmlns:a16="http://schemas.microsoft.com/office/drawing/2014/main" id="{2B2C7EDC-C548-85E2-3E4F-C7C500943B09}"/>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C723FC5F-465B-F0DD-BF9B-7A2B0D98EFF4}"/>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4B2548B7-11BE-E874-944C-19F98581501D}"/>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178601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0_C99417C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C2693-7FCB-E059-F8EE-C5F2A6E4DE24}"/>
              </a:ext>
            </a:extLst>
          </p:cNvPr>
          <p:cNvSpPr>
            <a:spLocks noGrp="1"/>
          </p:cNvSpPr>
          <p:nvPr>
            <p:ph type="ctrTitle"/>
          </p:nvPr>
        </p:nvSpPr>
        <p:spPr>
          <a:xfrm>
            <a:off x="457200" y="457198"/>
            <a:ext cx="5140452" cy="6199632"/>
          </a:xfrm>
        </p:spPr>
        <p:txBody>
          <a:bodyPr anchor="b">
            <a:normAutofit/>
          </a:bodyPr>
          <a:lstStyle/>
          <a:p>
            <a:r>
              <a:rPr lang="en-US" sz="5000"/>
              <a:t>Risk Management and Exit Discipline</a:t>
            </a:r>
          </a:p>
        </p:txBody>
      </p:sp>
    </p:spTree>
    <p:extLst>
      <p:ext uri="{BB962C8B-B14F-4D97-AF65-F5344CB8AC3E}">
        <p14:creationId xmlns:p14="http://schemas.microsoft.com/office/powerpoint/2010/main" val="33819258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1_868B699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38CAD-7372-9DD6-4997-7FE6ABCD2570}"/>
              </a:ext>
            </a:extLst>
          </p:cNvPr>
          <p:cNvSpPr>
            <a:spLocks noGrp="1"/>
          </p:cNvSpPr>
          <p:nvPr>
            <p:ph type="title"/>
          </p:nvPr>
        </p:nvSpPr>
        <p:spPr>
          <a:xfrm>
            <a:off x="457200" y="457200"/>
            <a:ext cx="4564763" cy="1269482"/>
          </a:xfrm>
        </p:spPr>
        <p:txBody>
          <a:bodyPr anchor="t">
            <a:normAutofit/>
          </a:bodyPr>
          <a:lstStyle/>
          <a:p>
            <a:r>
              <a:rPr lang="en-US"/>
              <a:t>Exit Rules and Capital Protection Mechanisms</a:t>
            </a:r>
          </a:p>
        </p:txBody>
      </p:sp>
      <p:pic>
        <p:nvPicPr>
          <p:cNvPr id="8" name="Content Placeholder 7" descr="COVID-19 impact business and economy">
            <a:extLst>
              <a:ext uri="{FF2B5EF4-FFF2-40B4-BE49-F238E27FC236}">
                <a16:creationId xmlns:a16="http://schemas.microsoft.com/office/drawing/2014/main" id="{9D94EDB3-2331-4DBD-9FAF-708D7416DF91}"/>
              </a:ext>
            </a:extLst>
          </p:cNvPr>
          <p:cNvPicPr>
            <a:picLocks noGrp="1" noChangeAspect="1"/>
          </p:cNvPicPr>
          <p:nvPr>
            <p:ph type="pic" sz="quarter" idx="13"/>
          </p:nvPr>
        </p:nvPicPr>
        <p:blipFill>
          <a:blip r:embed="rId3"/>
          <a:stretch/>
        </p:blipFill>
        <p:spPr>
          <a:xfrm>
            <a:off x="457200" y="2666817"/>
            <a:ext cx="4564763" cy="2567679"/>
          </a:xfrm>
        </p:spPr>
      </p:pic>
      <p:sp>
        <p:nvSpPr>
          <p:cNvPr id="4" name="Content Placeholder 3">
            <a:extLst>
              <a:ext uri="{FF2B5EF4-FFF2-40B4-BE49-F238E27FC236}">
                <a16:creationId xmlns:a16="http://schemas.microsoft.com/office/drawing/2014/main" id="{88CED019-F7C9-AD07-5915-D0405FCE34D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Stop-Loss Exit Rules</a:t>
            </a:r>
          </a:p>
          <a:p>
            <a:pPr marL="0" lvl="1" indent="0">
              <a:buFont typeface="Arial" panose="020B0604020202020204" pitchFamily="34" charset="0"/>
              <a:buNone/>
            </a:pPr>
            <a:r>
              <a:rPr lang="en-US"/>
              <a:t>Stop-loss rules enforce exits when prices drop a set percentage below purchase price to limit losses.</a:t>
            </a:r>
          </a:p>
          <a:p>
            <a:pPr marL="0" indent="0">
              <a:spcBef>
                <a:spcPts val="2500"/>
              </a:spcBef>
              <a:buFont typeface="Arial" panose="020B0604020202020204" pitchFamily="34" charset="0"/>
              <a:buNone/>
            </a:pPr>
            <a:r>
              <a:rPr lang="en-US" b="1"/>
              <a:t>Thesis-Based Exits</a:t>
            </a:r>
          </a:p>
          <a:p>
            <a:pPr marL="0" lvl="1" indent="0">
              <a:buFont typeface="Arial" panose="020B0604020202020204" pitchFamily="34" charset="0"/>
              <a:buNone/>
            </a:pPr>
            <a:r>
              <a:rPr lang="en-US"/>
              <a:t>Positions are closed when original investment rationale fails, even if still profitable.</a:t>
            </a:r>
          </a:p>
          <a:p>
            <a:pPr marL="0" indent="0">
              <a:spcBef>
                <a:spcPts val="2500"/>
              </a:spcBef>
              <a:buFont typeface="Arial" panose="020B0604020202020204" pitchFamily="34" charset="0"/>
              <a:buNone/>
            </a:pPr>
            <a:r>
              <a:rPr lang="en-US" b="1"/>
              <a:t>Overvaluation and Trimming</a:t>
            </a:r>
          </a:p>
          <a:p>
            <a:pPr marL="0" lvl="1" indent="0">
              <a:buFont typeface="Arial" panose="020B0604020202020204" pitchFamily="34" charset="0"/>
              <a:buNone/>
            </a:pPr>
            <a:r>
              <a:rPr lang="en-US"/>
              <a:t>Partial trims occur when valuation and momentum indicate overvaluation to protect gains.</a:t>
            </a:r>
          </a:p>
          <a:p>
            <a:pPr marL="0" indent="0">
              <a:spcBef>
                <a:spcPts val="2500"/>
              </a:spcBef>
              <a:buFont typeface="Arial" panose="020B0604020202020204" pitchFamily="34" charset="0"/>
              <a:buNone/>
            </a:pPr>
            <a:r>
              <a:rPr lang="en-US" b="1"/>
              <a:t>Concentration &amp; Sector Limits</a:t>
            </a:r>
          </a:p>
          <a:p>
            <a:pPr marL="0" lvl="1" indent="0">
              <a:buFont typeface="Arial" panose="020B0604020202020204" pitchFamily="34" charset="0"/>
              <a:buNone/>
            </a:pPr>
            <a:r>
              <a:rPr lang="en-US"/>
              <a:t>Limits on concentration and sector drift avoid unintended risk from disproportionate winners.</a:t>
            </a:r>
          </a:p>
        </p:txBody>
      </p:sp>
      <p:sp>
        <p:nvSpPr>
          <p:cNvPr id="5" name="Slide Number Placeholder 4">
            <a:extLst>
              <a:ext uri="{FF2B5EF4-FFF2-40B4-BE49-F238E27FC236}">
                <a16:creationId xmlns:a16="http://schemas.microsoft.com/office/drawing/2014/main" id="{3A2C53D8-0272-C62F-08E3-E5A2AE162AB3}"/>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D2544371-DD0C-393B-217E-F495762ACBA3}"/>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6753E714-9AE3-D0FB-5A6B-D37848D6080C}"/>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22572834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2_7858606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AE43F-0067-5B9E-F623-56209A8BDB17}"/>
              </a:ext>
            </a:extLst>
          </p:cNvPr>
          <p:cNvSpPr>
            <a:spLocks noGrp="1"/>
          </p:cNvSpPr>
          <p:nvPr>
            <p:ph type="ctrTitle"/>
          </p:nvPr>
        </p:nvSpPr>
        <p:spPr>
          <a:xfrm>
            <a:off x="457200" y="457198"/>
            <a:ext cx="5140452" cy="6199632"/>
          </a:xfrm>
        </p:spPr>
        <p:txBody>
          <a:bodyPr anchor="b">
            <a:normAutofit/>
          </a:bodyPr>
          <a:lstStyle/>
          <a:p>
            <a:r>
              <a:rPr lang="en-US" sz="4500"/>
              <a:t>Data and Automation Architecture</a:t>
            </a:r>
          </a:p>
        </p:txBody>
      </p:sp>
    </p:spTree>
    <p:extLst>
      <p:ext uri="{BB962C8B-B14F-4D97-AF65-F5344CB8AC3E}">
        <p14:creationId xmlns:p14="http://schemas.microsoft.com/office/powerpoint/2010/main" val="20190577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3_7E93F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27FEE-7C79-C8F7-0DC1-6D492E6FC859}"/>
              </a:ext>
            </a:extLst>
          </p:cNvPr>
          <p:cNvSpPr>
            <a:spLocks noGrp="1"/>
          </p:cNvSpPr>
          <p:nvPr>
            <p:ph type="title"/>
          </p:nvPr>
        </p:nvSpPr>
        <p:spPr>
          <a:xfrm>
            <a:off x="4506976" y="457200"/>
            <a:ext cx="7315200" cy="1005840"/>
          </a:xfrm>
        </p:spPr>
        <p:txBody>
          <a:bodyPr anchor="b">
            <a:normAutofit/>
          </a:bodyPr>
          <a:lstStyle/>
          <a:p>
            <a:r>
              <a:rPr lang="en-US" sz="3100"/>
              <a:t>Computability, Data Sources, and Automation Coverage</a:t>
            </a:r>
          </a:p>
        </p:txBody>
      </p:sp>
      <p:pic>
        <p:nvPicPr>
          <p:cNvPr id="8" name="Content Placeholder 7" descr="Power of big data. Binary code information bit.">
            <a:extLst>
              <a:ext uri="{FF2B5EF4-FFF2-40B4-BE49-F238E27FC236}">
                <a16:creationId xmlns:a16="http://schemas.microsoft.com/office/drawing/2014/main" id="{6A274A11-F075-4139-A1E3-038D19F87D0F}"/>
              </a:ext>
            </a:extLst>
          </p:cNvPr>
          <p:cNvPicPr>
            <a:picLocks noGrp="1" noChangeAspect="1"/>
          </p:cNvPicPr>
          <p:nvPr>
            <p:ph type="pic" sz="quarter" idx="13"/>
          </p:nvPr>
        </p:nvPicPr>
        <p:blipFill>
          <a:blip r:embed="rId3"/>
          <a:srcRect l="11360" r="10418"/>
          <a:stretch>
            <a:fillRect/>
          </a:stretch>
        </p:blipFill>
        <p:spPr>
          <a:xfrm>
            <a:off x="20" y="1"/>
            <a:ext cx="4023340" cy="6858000"/>
          </a:xfrm>
        </p:spPr>
      </p:pic>
      <p:sp>
        <p:nvSpPr>
          <p:cNvPr id="4" name="Content Placeholder 3">
            <a:extLst>
              <a:ext uri="{FF2B5EF4-FFF2-40B4-BE49-F238E27FC236}">
                <a16:creationId xmlns:a16="http://schemas.microsoft.com/office/drawing/2014/main" id="{9337EC2F-E73E-B028-4BFD-C7BE85AAADD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06976" y="1554480"/>
            <a:ext cx="7315200" cy="4480560"/>
          </a:xfrm>
        </p:spPr>
        <p:txBody>
          <a:bodyPr>
            <a:normAutofit/>
          </a:bodyPr>
          <a:lstStyle/>
          <a:p>
            <a:pPr marL="0" indent="0">
              <a:spcBef>
                <a:spcPts val="2500"/>
              </a:spcBef>
              <a:buFont typeface="Arial" panose="020B0604020202020204" pitchFamily="34" charset="0"/>
              <a:buNone/>
            </a:pPr>
            <a:r>
              <a:rPr lang="en-US" b="1"/>
              <a:t>Diverse Data Sources</a:t>
            </a:r>
          </a:p>
          <a:p>
            <a:pPr marL="0" lvl="1" indent="0">
              <a:buFont typeface="Arial" panose="020B0604020202020204" pitchFamily="34" charset="0"/>
              <a:buNone/>
            </a:pPr>
            <a:r>
              <a:rPr lang="en-US"/>
              <a:t>The system utilizes free, publicly available financial data from multiple Indian equity market platforms for comprehensive analysis.</a:t>
            </a:r>
          </a:p>
          <a:p>
            <a:pPr marL="0" indent="0">
              <a:spcBef>
                <a:spcPts val="2500"/>
              </a:spcBef>
              <a:buFont typeface="Arial" panose="020B0604020202020204" pitchFamily="34" charset="0"/>
              <a:buNone/>
            </a:pPr>
            <a:r>
              <a:rPr lang="en-US" b="1"/>
              <a:t>AI-driven Sentiment Analysis</a:t>
            </a:r>
          </a:p>
          <a:p>
            <a:pPr marL="0" lvl="1" indent="0">
              <a:buFont typeface="Arial" panose="020B0604020202020204" pitchFamily="34" charset="0"/>
              <a:buNone/>
            </a:pPr>
            <a:r>
              <a:rPr lang="en-US"/>
              <a:t>News and sentiment inputs are processed using AI-based natural language analysis to derive actionable insights.</a:t>
            </a:r>
          </a:p>
          <a:p>
            <a:pPr marL="0" indent="0">
              <a:spcBef>
                <a:spcPts val="2500"/>
              </a:spcBef>
              <a:buFont typeface="Arial" panose="020B0604020202020204" pitchFamily="34" charset="0"/>
              <a:buNone/>
            </a:pPr>
            <a:r>
              <a:rPr lang="en-US" b="1"/>
              <a:t>High Automation Coverage</a:t>
            </a:r>
          </a:p>
          <a:p>
            <a:pPr marL="0" lvl="1" indent="0">
              <a:buFont typeface="Arial" panose="020B0604020202020204" pitchFamily="34" charset="0"/>
              <a:buNone/>
            </a:pPr>
            <a:r>
              <a:rPr lang="en-US"/>
              <a:t>Approximately 85 percent of the framework is fully automatable, ensuring scalability and efficient data processing.</a:t>
            </a:r>
          </a:p>
          <a:p>
            <a:pPr marL="0" indent="0">
              <a:spcBef>
                <a:spcPts val="2500"/>
              </a:spcBef>
              <a:buFont typeface="Arial" panose="020B0604020202020204" pitchFamily="34" charset="0"/>
              <a:buNone/>
            </a:pPr>
            <a:r>
              <a:rPr lang="en-US" b="1"/>
              <a:t>Balanced Human Oversight</a:t>
            </a:r>
          </a:p>
          <a:p>
            <a:pPr marL="0" lvl="1" indent="0">
              <a:buFont typeface="Arial" panose="020B0604020202020204" pitchFamily="34" charset="0"/>
              <a:buNone/>
            </a:pPr>
            <a:r>
              <a:rPr lang="en-US"/>
              <a:t>Some components require human judgment to maintain qualitative context, such as thesis integrity assessments.</a:t>
            </a:r>
          </a:p>
        </p:txBody>
      </p:sp>
      <p:sp>
        <p:nvSpPr>
          <p:cNvPr id="5" name="Slide Number Placeholder 4">
            <a:extLst>
              <a:ext uri="{FF2B5EF4-FFF2-40B4-BE49-F238E27FC236}">
                <a16:creationId xmlns:a16="http://schemas.microsoft.com/office/drawing/2014/main" id="{110B660A-B1E6-BAC8-7DEF-ABE89A5F5ACB}"/>
              </a:ext>
            </a:extLst>
          </p:cNvPr>
          <p:cNvSpPr>
            <a:spLocks noGrp="1"/>
          </p:cNvSpPr>
          <p:nvPr>
            <p:ph type="sldNum" sz="quarter" idx="17"/>
          </p:nvPr>
        </p:nvSpPr>
        <p:spPr>
          <a:xfrm>
            <a:off x="4506976"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BA56C7F3-1B7F-8045-D305-FCD3CB78A55B}"/>
              </a:ext>
            </a:extLst>
          </p:cNvPr>
          <p:cNvSpPr>
            <a:spLocks noGrp="1"/>
          </p:cNvSpPr>
          <p:nvPr>
            <p:ph type="ftr" sz="quarter" idx="16"/>
          </p:nvPr>
        </p:nvSpPr>
        <p:spPr>
          <a:xfrm>
            <a:off x="4904572" y="6126480"/>
            <a:ext cx="3657600"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F2ED3F8C-23DC-DDD8-8789-93FEC15A8AB6}"/>
              </a:ext>
            </a:extLst>
          </p:cNvPr>
          <p:cNvSpPr>
            <a:spLocks noGrp="1"/>
          </p:cNvSpPr>
          <p:nvPr>
            <p:ph type="dt" sz="half" idx="15"/>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21236252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4_BAF457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3FF86-AD41-41CF-476A-1FCB06FD38C8}"/>
              </a:ext>
            </a:extLst>
          </p:cNvPr>
          <p:cNvSpPr>
            <a:spLocks noGrp="1"/>
          </p:cNvSpPr>
          <p:nvPr>
            <p:ph type="ctrTitle"/>
          </p:nvPr>
        </p:nvSpPr>
        <p:spPr>
          <a:xfrm>
            <a:off x="457200" y="457198"/>
            <a:ext cx="5140452" cy="6199632"/>
          </a:xfrm>
        </p:spPr>
        <p:txBody>
          <a:bodyPr anchor="b">
            <a:normAutofit/>
          </a:bodyPr>
          <a:lstStyle/>
          <a:p>
            <a:r>
              <a:rPr lang="en-US" sz="5000"/>
              <a:t>Operational Cadence and Design Principles</a:t>
            </a:r>
          </a:p>
        </p:txBody>
      </p:sp>
    </p:spTree>
    <p:extLst>
      <p:ext uri="{BB962C8B-B14F-4D97-AF65-F5344CB8AC3E}">
        <p14:creationId xmlns:p14="http://schemas.microsoft.com/office/powerpoint/2010/main" val="31365753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5_40B717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36E30-11E7-57E1-D7A0-0CA78EDF9158}"/>
              </a:ext>
            </a:extLst>
          </p:cNvPr>
          <p:cNvSpPr>
            <a:spLocks noGrp="1"/>
          </p:cNvSpPr>
          <p:nvPr>
            <p:ph type="title"/>
          </p:nvPr>
        </p:nvSpPr>
        <p:spPr>
          <a:xfrm>
            <a:off x="457200" y="457200"/>
            <a:ext cx="4564763" cy="1269482"/>
          </a:xfrm>
        </p:spPr>
        <p:txBody>
          <a:bodyPr anchor="t">
            <a:normAutofit/>
          </a:bodyPr>
          <a:lstStyle/>
          <a:p>
            <a:r>
              <a:rPr lang="en-US" sz="2400"/>
              <a:t>Ongoing Sustainment and Core System Principles</a:t>
            </a:r>
          </a:p>
        </p:txBody>
      </p:sp>
      <p:pic>
        <p:nvPicPr>
          <p:cNvPr id="8" name="Content Placeholder 7" descr="Calendar">
            <a:extLst>
              <a:ext uri="{FF2B5EF4-FFF2-40B4-BE49-F238E27FC236}">
                <a16:creationId xmlns:a16="http://schemas.microsoft.com/office/drawing/2014/main" id="{BDBDC665-81C3-4FE9-B5B8-FF91AE03F739}"/>
              </a:ext>
            </a:extLst>
          </p:cNvPr>
          <p:cNvPicPr>
            <a:picLocks noGrp="1" noChangeAspect="1"/>
          </p:cNvPicPr>
          <p:nvPr>
            <p:ph type="pic" sz="quarter" idx="13"/>
          </p:nvPr>
        </p:nvPicPr>
        <p:blipFill>
          <a:blip r:embed="rId3"/>
          <a:stretch/>
        </p:blipFill>
        <p:spPr>
          <a:xfrm>
            <a:off x="457200" y="2427167"/>
            <a:ext cx="4564763" cy="3046979"/>
          </a:xfrm>
        </p:spPr>
      </p:pic>
      <p:sp>
        <p:nvSpPr>
          <p:cNvPr id="4" name="Content Placeholder 3">
            <a:extLst>
              <a:ext uri="{FF2B5EF4-FFF2-40B4-BE49-F238E27FC236}">
                <a16:creationId xmlns:a16="http://schemas.microsoft.com/office/drawing/2014/main" id="{48CF1799-8D86-7FCB-D7AA-090B8273A8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00688" y="457200"/>
            <a:ext cx="6217920" cy="5475298"/>
          </a:xfrm>
        </p:spPr>
        <p:txBody>
          <a:bodyPr>
            <a:normAutofit/>
          </a:bodyPr>
          <a:lstStyle/>
          <a:p>
            <a:pPr marL="0" indent="0">
              <a:spcBef>
                <a:spcPts val="2500"/>
              </a:spcBef>
              <a:buFont typeface="Arial" panose="020B0604020202020204" pitchFamily="34" charset="0"/>
              <a:buNone/>
            </a:pPr>
            <a:r>
              <a:rPr lang="en-US" b="1"/>
              <a:t>Defined Analytical Cadence</a:t>
            </a:r>
          </a:p>
          <a:p>
            <a:pPr marL="0" lvl="1" indent="0">
              <a:buFont typeface="Arial" panose="020B0604020202020204" pitchFamily="34" charset="0"/>
              <a:buNone/>
            </a:pPr>
            <a:r>
              <a:rPr lang="en-US"/>
              <a:t>System operates on daily, weekly, monthly, and quarterly cycles aligned with evolving market dynamics.</a:t>
            </a:r>
          </a:p>
          <a:p>
            <a:pPr marL="0" indent="0">
              <a:spcBef>
                <a:spcPts val="2500"/>
              </a:spcBef>
              <a:buFont typeface="Arial" panose="020B0604020202020204" pitchFamily="34" charset="0"/>
              <a:buNone/>
            </a:pPr>
            <a:r>
              <a:rPr lang="en-US" b="1"/>
              <a:t>Core Design Principles</a:t>
            </a:r>
          </a:p>
          <a:p>
            <a:pPr marL="0" lvl="1" indent="0">
              <a:buFont typeface="Arial" panose="020B0604020202020204" pitchFamily="34" charset="0"/>
              <a:buNone/>
            </a:pPr>
            <a:r>
              <a:rPr lang="en-US"/>
              <a:t>Fundamentals guide ownership, technicals guide timing, and sentiment guides conviction in decisions.</a:t>
            </a:r>
          </a:p>
          <a:p>
            <a:pPr marL="0" indent="0">
              <a:spcBef>
                <a:spcPts val="2500"/>
              </a:spcBef>
              <a:buFont typeface="Arial" panose="020B0604020202020204" pitchFamily="34" charset="0"/>
              <a:buNone/>
            </a:pPr>
            <a:r>
              <a:rPr lang="en-US" b="1"/>
              <a:t>Sector and Trend Focus</a:t>
            </a:r>
          </a:p>
          <a:p>
            <a:pPr marL="0" lvl="1" indent="0">
              <a:buFont typeface="Arial" panose="020B0604020202020204" pitchFamily="34" charset="0"/>
              <a:buNone/>
            </a:pPr>
            <a:r>
              <a:rPr lang="en-US"/>
              <a:t>Sector context and trend prioritization ensure a robust and adaptive portfolio approach.</a:t>
            </a:r>
          </a:p>
          <a:p>
            <a:pPr marL="0" indent="0">
              <a:spcBef>
                <a:spcPts val="2500"/>
              </a:spcBef>
              <a:buFont typeface="Arial" panose="020B0604020202020204" pitchFamily="34" charset="0"/>
              <a:buNone/>
            </a:pPr>
            <a:r>
              <a:rPr lang="en-US" b="1"/>
              <a:t>Portfolio Health Priority</a:t>
            </a:r>
          </a:p>
          <a:p>
            <a:pPr marL="0" lvl="1" indent="0">
              <a:buFont typeface="Arial" panose="020B0604020202020204" pitchFamily="34" charset="0"/>
              <a:buNone/>
            </a:pPr>
            <a:r>
              <a:rPr lang="en-US"/>
              <a:t>Maintaining overall portfolio health is favored over focusing on individual stock appeal.</a:t>
            </a:r>
          </a:p>
        </p:txBody>
      </p:sp>
      <p:sp>
        <p:nvSpPr>
          <p:cNvPr id="5" name="Slide Number Placeholder 4">
            <a:extLst>
              <a:ext uri="{FF2B5EF4-FFF2-40B4-BE49-F238E27FC236}">
                <a16:creationId xmlns:a16="http://schemas.microsoft.com/office/drawing/2014/main" id="{88F6E576-A587-7D0B-0E66-21AFBB10E959}"/>
              </a:ext>
            </a:extLst>
          </p:cNvPr>
          <p:cNvSpPr>
            <a:spLocks noGrp="1"/>
          </p:cNvSpPr>
          <p:nvPr>
            <p:ph type="sldNum" sz="quarter" idx="12"/>
          </p:nvPr>
        </p:nvSpPr>
        <p:spPr>
          <a:xfrm>
            <a:off x="411480" y="6126480"/>
            <a:ext cx="365760" cy="365125"/>
          </a:xfrm>
        </p:spPr>
        <p:txBody>
          <a:bodyPr anchor="ctr">
            <a:normAutofit/>
          </a:bodyPr>
          <a:lstStyle/>
          <a:p>
            <a:pPr>
              <a:spcAft>
                <a:spcPts val="600"/>
              </a:spcAft>
            </a:pPr>
            <a:fld id="{AEAA3239-9EA4-4A65-A281-97F994456D9F}" type="slidenum">
              <a:rPr lang="en-US" smtClean="0"/>
              <a:pPr>
                <a:spcAft>
                  <a:spcPts val="600"/>
                </a:spcAft>
              </a:pPr>
              <a:t/>
            </a:fld>
            <a:endParaRPr lang="en-US"/>
          </a:p>
        </p:txBody>
      </p:sp>
      <p:sp>
        <p:nvSpPr>
          <p:cNvPr id="6" name="Footer Placeholder 5">
            <a:extLst>
              <a:ext uri="{FF2B5EF4-FFF2-40B4-BE49-F238E27FC236}">
                <a16:creationId xmlns:a16="http://schemas.microsoft.com/office/drawing/2014/main" id="{AF853817-3D9B-1CEB-E58F-5A77E892420B}"/>
              </a:ext>
            </a:extLst>
          </p:cNvPr>
          <p:cNvSpPr>
            <a:spLocks noGrp="1"/>
          </p:cNvSpPr>
          <p:nvPr>
            <p:ph type="ftr" sz="quarter" idx="11"/>
          </p:nvPr>
        </p:nvSpPr>
        <p:spPr>
          <a:xfrm>
            <a:off x="809077" y="6126480"/>
            <a:ext cx="3698529" cy="365125"/>
          </a:xfrm>
        </p:spPr>
        <p:txBody>
          <a:bodyPr anchor="ctr">
            <a:normAutofit/>
          </a:bodyPr>
          <a:lstStyle/>
          <a:p>
            <a:pPr>
              <a:spcAft>
                <a:spcPts val="600"/>
              </a:spcAft>
            </a:pPr>
            <a:r>
              <a:rPr lang="en-US"/>
              <a:t>Presentation title</a:t>
            </a:r>
          </a:p>
        </p:txBody>
      </p:sp>
      <p:sp>
        <p:nvSpPr>
          <p:cNvPr id="7" name="Date Placeholder 6">
            <a:extLst>
              <a:ext uri="{FF2B5EF4-FFF2-40B4-BE49-F238E27FC236}">
                <a16:creationId xmlns:a16="http://schemas.microsoft.com/office/drawing/2014/main" id="{E3A91967-DEC8-BE30-0CEC-C93359E158B0}"/>
              </a:ext>
            </a:extLst>
          </p:cNvPr>
          <p:cNvSpPr>
            <a:spLocks noGrp="1"/>
          </p:cNvSpPr>
          <p:nvPr>
            <p:ph type="dt" sz="half" idx="10"/>
          </p:nvPr>
        </p:nvSpPr>
        <p:spPr>
          <a:xfrm>
            <a:off x="9684913" y="6126480"/>
            <a:ext cx="2073147" cy="365125"/>
          </a:xfrm>
        </p:spPr>
        <p:txBody>
          <a:bodyPr anchor="ctr">
            <a:normAutofit/>
          </a:bodyPr>
          <a:lstStyle/>
          <a:p>
            <a:pPr>
              <a:spcAft>
                <a:spcPts val="600"/>
              </a:spcAft>
            </a:pPr>
            <a:fld id="{42CCCE39-E894-AE4B-8297-21AAF0EFFD0A}" type="datetime1">
              <a:rPr lang="en-US" smtClean="0"/>
              <a:pPr>
                <a:spcAft>
                  <a:spcPts val="600"/>
                </a:spcAft>
              </a:pPr>
              <a:t/>
            </a:fld>
            <a:endParaRPr lang="en-US"/>
          </a:p>
        </p:txBody>
      </p:sp>
    </p:spTree>
    <p:extLst>
      <p:ext uri="{BB962C8B-B14F-4D97-AF65-F5344CB8AC3E}">
        <p14:creationId xmlns:p14="http://schemas.microsoft.com/office/powerpoint/2010/main" val="10857408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53747E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C4FE1C55.xml><?xml version="1.0" encoding="utf-8"?>
<a:theme xmlns:a="http://schemas.openxmlformats.org/drawingml/2006/main" name="Roman fresco">
  <a:themeElements>
    <a:clrScheme name="Roman Fresco">
      <a:dk1>
        <a:srgbClr val="000000"/>
      </a:dk1>
      <a:lt1>
        <a:srgbClr val="FFFFFF"/>
      </a:lt1>
      <a:dk2>
        <a:srgbClr val="000221"/>
      </a:dk2>
      <a:lt2>
        <a:srgbClr val="F3ECE1"/>
      </a:lt2>
      <a:accent1>
        <a:srgbClr val="11338A"/>
      </a:accent1>
      <a:accent2>
        <a:srgbClr val="E6B916"/>
      </a:accent2>
      <a:accent3>
        <a:srgbClr val="11338A"/>
      </a:accent3>
      <a:accent4>
        <a:srgbClr val="B9D2DF"/>
      </a:accent4>
      <a:accent5>
        <a:srgbClr val="412D2B"/>
      </a:accent5>
      <a:accent6>
        <a:srgbClr val="DB4C3F"/>
      </a:accent6>
      <a:hlink>
        <a:srgbClr val="467886"/>
      </a:hlink>
      <a:folHlink>
        <a:srgbClr val="96607D"/>
      </a:folHlink>
    </a:clrScheme>
    <a:fontScheme name="Custom 81">
      <a:majorFont>
        <a:latin typeface="Urdu Typesetting"/>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oman Fresco_win32_EF_v3" id="{30A92FB8-B8E2-4F27-ACA7-4493C6097E8E}" vid="{A3B0A0BE-0874-4DF1-BFEB-6232807D4FEA}"/>
    </a:ext>
  </a:extLst>
</a:theme>
</file>

<file path=docProps/core.xml><?xml version="1.0" encoding="utf-8"?>
<cp:coreProperties xmlns:cp="http://schemas.openxmlformats.org/package/2006/metadata/core-properties" xmlns:dc="http://purl.org/dc/elements/1.1/" xmlns:dcterms="http://purl.org/dc/terms/" xmlns:xsi="http://www.w3.org/2001/XMLSchema-instance">
  <dc:creator>nikhil.kirtikar@in.ibm.com</dc:creator>
  <cp:lastModifiedBy>nikhil.kirtikar@in.ibm.com</cp:lastModifiedBy>
</cp:coreProperties>
</file>